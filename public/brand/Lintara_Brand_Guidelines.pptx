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ab944291ae1433d" /><Relationship Type="http://schemas.openxmlformats.org/officeDocument/2006/relationships/extended-properties" Target="/docProps/app.xml" Id="R8ce6b59d11154652" /><Relationship Type="http://schemas.openxmlformats.org/officeDocument/2006/relationships/officeDocument" Target="/ppt/presentation.xml" Id="R3e291f5914ef4869" /></Relationships>
</file>

<file path=ppt/presentation.xml><?xml version="1.0" encoding="utf-8"?>
<p:presentation xmlns:p="http://schemas.openxmlformats.org/presentationml/2006/main">
  <p:sldMasterIdLst>
    <p:sldMasterId xmlns:r="http://schemas.openxmlformats.org/officeDocument/2006/relationships" id="2147483648" r:id="R93a1f733ac2b460a"/>
  </p:sldMasterIdLst>
  <p:notesMasterIdLst>
    <p:notesMasterId xmlns:r="http://schemas.openxmlformats.org/officeDocument/2006/relationships" r:id="Rb59ac0849a164feb"/>
  </p:notesMasterIdLst>
  <p:sldIdLst>
    <p:sldId xmlns:r="http://schemas.openxmlformats.org/officeDocument/2006/relationships" id="256" r:id="R0d9eecb37b5a4510"/>
    <p:sldId xmlns:r="http://schemas.openxmlformats.org/officeDocument/2006/relationships" id="257" r:id="R8377f7ffc49b4379"/>
    <p:sldId xmlns:r="http://schemas.openxmlformats.org/officeDocument/2006/relationships" id="258" r:id="Re0340bae87ed49dd"/>
    <p:sldId xmlns:r="http://schemas.openxmlformats.org/officeDocument/2006/relationships" id="259" r:id="R6c1a818bc2554439"/>
    <p:sldId xmlns:r="http://schemas.openxmlformats.org/officeDocument/2006/relationships" id="260" r:id="Ra254b642ba1248e2"/>
    <p:sldId xmlns:r="http://schemas.openxmlformats.org/officeDocument/2006/relationships" id="261" r:id="R727a8ec10df54443"/>
    <p:sldId xmlns:r="http://schemas.openxmlformats.org/officeDocument/2006/relationships" id="262" r:id="R64c9304bb57b42e7"/>
    <p:sldId xmlns:r="http://schemas.openxmlformats.org/officeDocument/2006/relationships" id="263" r:id="R3826f61c9fc84868"/>
    <p:sldId xmlns:r="http://schemas.openxmlformats.org/officeDocument/2006/relationships" id="264" r:id="R894c3e4e7f224fb9"/>
    <p:sldId xmlns:r="http://schemas.openxmlformats.org/officeDocument/2006/relationships" id="265" r:id="Rf8a1fed122d14605"/>
    <p:sldId xmlns:r="http://schemas.openxmlformats.org/officeDocument/2006/relationships" id="266" r:id="Re8454c2316194b11"/>
    <p:sldId xmlns:r="http://schemas.openxmlformats.org/officeDocument/2006/relationships" id="267" r:id="Re2d01191923e4238"/>
    <p:sldId xmlns:r="http://schemas.openxmlformats.org/officeDocument/2006/relationships" id="268" r:id="R8244e119713f4ad5"/>
    <p:sldId xmlns:r="http://schemas.openxmlformats.org/officeDocument/2006/relationships" id="269" r:id="R72fb4fffb58c48bf"/>
    <p:sldId xmlns:r="http://schemas.openxmlformats.org/officeDocument/2006/relationships" id="270" r:id="Re02722252e6748b8"/>
    <p:sldId xmlns:r="http://schemas.openxmlformats.org/officeDocument/2006/relationships" id="271" r:id="R26859ed043b842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710e3c25704148" /><Relationship Type="http://schemas.openxmlformats.org/officeDocument/2006/relationships/slideMaster" Target="/ppt/slideMasters/slideMaster1.xml" Id="R93a1f733ac2b460a" /><Relationship Type="http://schemas.openxmlformats.org/officeDocument/2006/relationships/notesMaster" Target="/ppt/notesMasters/notesMaster1.xml" Id="Rb59ac0849a164feb" /><Relationship Type="http://schemas.openxmlformats.org/officeDocument/2006/relationships/presProps" Target="/ppt/presProps.xml" Id="R915fb602cd304e56" /><Relationship Type="http://schemas.openxmlformats.org/officeDocument/2006/relationships/tableStyles" Target="/ppt/tableStyles.xml" Id="R04855ca5e70a4cd0" /><Relationship Type="http://schemas.openxmlformats.org/officeDocument/2006/relationships/slide" Target="/ppt/slides/slide1.xml" Id="R0d9eecb37b5a4510" /><Relationship Type="http://schemas.openxmlformats.org/officeDocument/2006/relationships/slide" Target="/ppt/slides/slide2.xml" Id="R8377f7ffc49b4379" /><Relationship Type="http://schemas.openxmlformats.org/officeDocument/2006/relationships/slide" Target="/ppt/slides/slide3.xml" Id="Re0340bae87ed49dd" /><Relationship Type="http://schemas.openxmlformats.org/officeDocument/2006/relationships/slide" Target="/ppt/slides/slide4.xml" Id="R6c1a818bc2554439" /><Relationship Type="http://schemas.openxmlformats.org/officeDocument/2006/relationships/slide" Target="/ppt/slides/slide5.xml" Id="Ra254b642ba1248e2" /><Relationship Type="http://schemas.openxmlformats.org/officeDocument/2006/relationships/slide" Target="/ppt/slides/slide6.xml" Id="R727a8ec10df54443" /><Relationship Type="http://schemas.openxmlformats.org/officeDocument/2006/relationships/slide" Target="/ppt/slides/slide7.xml" Id="R64c9304bb57b42e7" /><Relationship Type="http://schemas.openxmlformats.org/officeDocument/2006/relationships/slide" Target="/ppt/slides/slide8.xml" Id="R3826f61c9fc84868" /><Relationship Type="http://schemas.openxmlformats.org/officeDocument/2006/relationships/slide" Target="/ppt/slides/slide9.xml" Id="R894c3e4e7f224fb9" /><Relationship Type="http://schemas.openxmlformats.org/officeDocument/2006/relationships/slide" Target="/ppt/slides/slide10.xml" Id="Rf8a1fed122d14605" /><Relationship Type="http://schemas.openxmlformats.org/officeDocument/2006/relationships/slide" Target="/ppt/slides/slide11.xml" Id="Re8454c2316194b11" /><Relationship Type="http://schemas.openxmlformats.org/officeDocument/2006/relationships/slide" Target="/ppt/slides/slide12.xml" Id="Re2d01191923e4238" /><Relationship Type="http://schemas.openxmlformats.org/officeDocument/2006/relationships/slide" Target="/ppt/slides/slide13.xml" Id="R8244e119713f4ad5" /><Relationship Type="http://schemas.openxmlformats.org/officeDocument/2006/relationships/slide" Target="/ppt/slides/slide14.xml" Id="R72fb4fffb58c48bf" /><Relationship Type="http://schemas.openxmlformats.org/officeDocument/2006/relationships/slide" Target="/ppt/slides/slide15.xml" Id="Re02722252e6748b8" /><Relationship Type="http://schemas.openxmlformats.org/officeDocument/2006/relationships/slide" Target="/ppt/slides/slide16.xml" Id="R26859ed043b842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e21cc4f51242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e8429991b34df5" /><Relationship Type="http://schemas.openxmlformats.org/officeDocument/2006/relationships/notesMaster" Target="/ppt/notesMasters/notesMaster1.xml" Id="Redf16220903e4e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134603a5684300" /><Relationship Type="http://schemas.openxmlformats.org/officeDocument/2006/relationships/notesMaster" Target="/ppt/notesMasters/notesMaster1.xml" Id="Re6cd7e212a7b4f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274c0c3c3e4330" /><Relationship Type="http://schemas.openxmlformats.org/officeDocument/2006/relationships/notesMaster" Target="/ppt/notesMasters/notesMaster1.xml" Id="R870e61da7c1f49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0400181091417f" /><Relationship Type="http://schemas.openxmlformats.org/officeDocument/2006/relationships/notesMaster" Target="/ppt/notesMasters/notesMaster1.xml" Id="Re248ee3049dc42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31e3767e1e41dd" /><Relationship Type="http://schemas.openxmlformats.org/officeDocument/2006/relationships/notesMaster" Target="/ppt/notesMasters/notesMaster1.xml" Id="R91c7718523064c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f1cb565cd543ef" /><Relationship Type="http://schemas.openxmlformats.org/officeDocument/2006/relationships/notesMaster" Target="/ppt/notesMasters/notesMaster1.xml" Id="R64b9ed090b794e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f0b0b24e6345d9" /><Relationship Type="http://schemas.openxmlformats.org/officeDocument/2006/relationships/notesMaster" Target="/ppt/notesMasters/notesMaster1.xml" Id="Red4a885c524444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90871e6a6948f3" /><Relationship Type="http://schemas.openxmlformats.org/officeDocument/2006/relationships/notesMaster" Target="/ppt/notesMasters/notesMaster1.xml" Id="R5e080a16084c4e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ffca408ebe4a9c" /><Relationship Type="http://schemas.openxmlformats.org/officeDocument/2006/relationships/notesMaster" Target="/ppt/notesMasters/notesMaster1.xml" Id="R5d363f044baf4f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1ecc230dab443e" /><Relationship Type="http://schemas.openxmlformats.org/officeDocument/2006/relationships/notesMaster" Target="/ppt/notesMasters/notesMaster1.xml" Id="R096dea08c4e541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7a959abf394251" /><Relationship Type="http://schemas.openxmlformats.org/officeDocument/2006/relationships/notesMaster" Target="/ppt/notesMasters/notesMaster1.xml" Id="R0982f64c62db41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ce3eca04e141be" /><Relationship Type="http://schemas.openxmlformats.org/officeDocument/2006/relationships/notesMaster" Target="/ppt/notesMasters/notesMaster1.xml" Id="R90715ad8198a4e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925de7c27b478d" /><Relationship Type="http://schemas.openxmlformats.org/officeDocument/2006/relationships/notesMaster" Target="/ppt/notesMasters/notesMaster1.xml" Id="Rcbdcac1961814c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a9a3bda06046f8" /><Relationship Type="http://schemas.openxmlformats.org/officeDocument/2006/relationships/notesMaster" Target="/ppt/notesMasters/notesMaster1.xml" Id="R28b002e9a02349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5bd22f9536408e" /><Relationship Type="http://schemas.openxmlformats.org/officeDocument/2006/relationships/notesMaster" Target="/ppt/notesMasters/notesMaster1.xml" Id="R2067fd9c49e04f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c5149971e4446c" /><Relationship Type="http://schemas.openxmlformats.org/officeDocument/2006/relationships/notesMaster" Target="/ppt/notesMasters/notesMaster1.xml" Id="R873cb1c30e45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is an independent B2B platform for station planning and operating decisions. This guide presents the selected original identity and its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English and Indonesian examples use product copy for placement, wait metrics and scenario saves.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Three internal directions were compared: offset corridor, intersecting route, square courtyard. Offset corridor preserves the clearest L silhouette in monochrome and at favicon scale. The rationale explains visible geometry and does not claim business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Minimum sizes were inspected using actual transparent exported PNGs. Display examples are native image placement at the stated CSS size. The logo remains outline vector in the master; print minimum is a recommendation, not a tested printer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The orange field uses mono navy because the orange component of the primary symbol would disappear. Use a clear, solid light field over imagery. Logos are exempt from ordinary text contrast requirements, but supporting copy still needs accessible contrast.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The visual examples intentionally violate the master artwork. Preserve aspect ratio, colours, clear space and complete geometry. Avoid effects and low-contrast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RGB values derive directly from hexadecimal tokens. WCAG contrast calculation uses sRGB relative luminance. Muted on white: 4.97:1. Positive on white: 4.48:1, so use dark text with green markers. Orange on white: 2.73:1, so it fails normal-text contrast. CMYK values are intentionally omitted because no print profile is specified.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UI font-family is Arial, sans-serif. No external font downloads or font binaries are required. Editable guide text uses installed Nimbus Sans. Arial resolves through system fallback where absent. Fixed logo wordmark paths derive from DejaVu Sans Bold with custom tracking. Included font attribution documents that artwork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Icons use the same open source Lucide assets used by the app, under ISC license. Native chart values are an explicitly illustrative design example and do not report station results. Chart data and labels remain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Original station geometry example rendered from the scene source. This is a scene illustration, not an application screenshot.</a:t>
            </a:r>
          </a:p>
          <a:p xmlns:a="http://schemas.openxmlformats.org/drawingml/2006/main">
            <a:r>
              <a:t>Application specifications derive from the implemented station scene. Hall y=1 and rail/platform y=0. Orthographic camera, directional and hemisphere light, high material roughness, capsule-body and sphere-head instancing, event-clock movement and reduced-motion support come from the actual source. These are authored demonstration geometry and simulation representations.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Editable desktop layout specification, derived from the top bar, navigation rail, station scene and contextual inspector components. This diagram is a specification rather than a browser screenshot. Roles and navigation change the main content while the top bar retains the brand.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Specifications derive from the implemented BusinessPage, LocationPage and Mobile components. The business view exposes own operating metrics and settings, the location view compares up to three feasible units, and mobile shows a station preview, headline metrics, trend and desktop walkthrough action. The diagram makes no claim that the full 3D editor runs on a 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Lintara identity system. Original symbol and brand artwork. Product language follows the supplied product brief. The brand is independent and implies no operator endorsement.</a:t>
            </a:r>
          </a:p>
          <a:p xmlns:a="http://schemas.openxmlformats.org/drawingml/2006/main">
            <a:r>
              <a:t>Sources of truth: public/brand/brand-tokens.json and path-only SVG masters. UI CSS uses approved tokens, system Arial sans fallback and tabular metric figures. Original symbol source remains editable in tools/brand-assets.py. Art and applications derive from this implementation, with font/icon licenses supplied in the identity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515bf4d07c41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f1b72ba29143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85d957ae0b4f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0bb079838c41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dc62c63ca147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30cf98862044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621DAE-6200-4036-93DE-15901C8CAA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17A9C7-67B7-4EA1-8065-FB3ABC28CB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D8F165-A89A-4DDA-A500-D590AF0F10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A2CDEE-45FD-4432-9C20-64F4C84B68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71894C-8381-4F6C-A446-1DBA9D4894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B21F22-52DF-4781-A670-8E7A793835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69273E-8916-4A7B-AD6F-79D12E714A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C697AF-A7C1-4F42-BECD-B9D3F7E172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87B14F-2696-442B-BF58-CC259CAC94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2ACD58-CBCC-4AEC-AE7B-361D071FF7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2445b8159b418a" /><Relationship Type="http://schemas.openxmlformats.org/officeDocument/2006/relationships/slideLayout" Target="/ppt/slideLayouts/slideLayout1.xml" Id="R448994949de34127" /><Relationship Type="http://schemas.openxmlformats.org/officeDocument/2006/relationships/slideLayout" Target="/ppt/slideLayouts/slideLayout2.xml" Id="Rc5ebbd73835544cd" /><Relationship Type="http://schemas.openxmlformats.org/officeDocument/2006/relationships/slideLayout" Target="/ppt/slideLayouts/slideLayout3.xml" Id="Re4d616bc38494230" /><Relationship Type="http://schemas.openxmlformats.org/officeDocument/2006/relationships/slideLayout" Target="/ppt/slideLayouts/slideLayout4.xml" Id="R5661c878d4634aa8" /><Relationship Type="http://schemas.openxmlformats.org/officeDocument/2006/relationships/slideLayout" Target="/ppt/slideLayouts/slideLayout5.xml" Id="R207cf66c1db14fc6" /><Relationship Type="http://schemas.openxmlformats.org/officeDocument/2006/relationships/slideLayout" Target="/ppt/slideLayouts/slideLayout6.xml" Id="R99933a22584e42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8994949de34127"/>
    <p:sldLayoutId xmlns:r="http://schemas.openxmlformats.org/officeDocument/2006/relationships" id="2147483650" r:id="Rc5ebbd73835544cd"/>
    <p:sldLayoutId xmlns:r="http://schemas.openxmlformats.org/officeDocument/2006/relationships" id="2147483651" r:id="Re4d616bc38494230"/>
    <p:sldLayoutId xmlns:r="http://schemas.openxmlformats.org/officeDocument/2006/relationships" id="2147483652" r:id="R5661c878d4634aa8"/>
    <p:sldLayoutId xmlns:r="http://schemas.openxmlformats.org/officeDocument/2006/relationships" id="2147483653" r:id="R207cf66c1db14fc6"/>
    <p:sldLayoutId xmlns:r="http://schemas.openxmlformats.org/officeDocument/2006/relationships" id="2147483654" r:id="R99933a22584e42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86f24c6cdd40a7" /><Relationship Type="http://schemas.openxmlformats.org/officeDocument/2006/relationships/image" Target="/ppt/media/image.png" Id="R3548eb61193a4475" /><Relationship Type="http://schemas.openxmlformats.org/officeDocument/2006/relationships/image" Target="/ppt/media/image.svg" Id="Rb64ec0df70244991" /><Relationship Type="http://schemas.openxmlformats.org/officeDocument/2006/relationships/notesSlide" Target="/ppt/notesSlides/notesSlide1.xml" Id="R01b89784448445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dfcd5f8e5244ba" /><Relationship Type="http://schemas.openxmlformats.org/officeDocument/2006/relationships/notesSlide" Target="/ppt/notesSlides/notesSlide2.xml" Id="R21e4575850e045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98a77327674363" /><Relationship Type="http://schemas.openxmlformats.org/officeDocument/2006/relationships/notesSlide" Target="/ppt/notesSlides/notesSlide3.xml" Id="Rb72da2e5993b4d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8840ddfd394755" /><Relationship Type="http://schemas.openxmlformats.org/officeDocument/2006/relationships/image" Target="/ppt/media/image2.png" Id="R47dbac2a37994b2f" /><Relationship Type="http://schemas.openxmlformats.org/officeDocument/2006/relationships/image" Target="/ppt/media/image2.svg" Id="Re0199c135b294c37" /><Relationship Type="http://schemas.openxmlformats.org/officeDocument/2006/relationships/notesSlide" Target="/ppt/notesSlides/notesSlide4.xml" Id="R7e7704c8ad564e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e5d6bfcb1d4721" /><Relationship Type="http://schemas.openxmlformats.org/officeDocument/2006/relationships/image" Target="/ppt/media/image3.png" Id="R3172e4584a054a35" /><Relationship Type="http://schemas.openxmlformats.org/officeDocument/2006/relationships/image" Target="/ppt/media/image3.svg" Id="Rd7840a897b9945bb" /><Relationship Type="http://schemas.openxmlformats.org/officeDocument/2006/relationships/notesSlide" Target="/ppt/notesSlides/notesSlide5.xml" Id="R1861e997d8d941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8f90d0984f47b6" /><Relationship Type="http://schemas.openxmlformats.org/officeDocument/2006/relationships/image" Target="/ppt/media/image4.png" Id="R559e1c9b268f475f" /><Relationship Type="http://schemas.openxmlformats.org/officeDocument/2006/relationships/image" Target="/ppt/media/image4.svg" Id="R6d59ddf69392467f" /><Relationship Type="http://schemas.openxmlformats.org/officeDocument/2006/relationships/image" Target="/ppt/media/image5.png" Id="R229a48ac69a64ada" /><Relationship Type="http://schemas.openxmlformats.org/officeDocument/2006/relationships/image" Target="/ppt/media/image5.svg" Id="Ra6fa81beab0c4fde" /><Relationship Type="http://schemas.openxmlformats.org/officeDocument/2006/relationships/image" Target="/ppt/media/image6.png" Id="Raab6a311c24b4718" /><Relationship Type="http://schemas.openxmlformats.org/officeDocument/2006/relationships/image" Target="/ppt/media/image6.svg" Id="R4ad0db366a5f4d50" /><Relationship Type="http://schemas.openxmlformats.org/officeDocument/2006/relationships/image" Target="/ppt/media/image7.png" Id="R735251f1c12f4a3e" /><Relationship Type="http://schemas.openxmlformats.org/officeDocument/2006/relationships/image" Target="/ppt/media/image7.svg" Id="R15d0b928b80b4737" /><Relationship Type="http://schemas.openxmlformats.org/officeDocument/2006/relationships/image" Target="/ppt/media/image8.png" Id="R235609d5f7884cc6" /><Relationship Type="http://schemas.openxmlformats.org/officeDocument/2006/relationships/image" Target="/ppt/media/image8.svg" Id="R9359c02f33044eba" /><Relationship Type="http://schemas.openxmlformats.org/officeDocument/2006/relationships/notesSlide" Target="/ppt/notesSlides/notesSlide6.xml" Id="R0337b11e624845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4af332bb6242bc" /><Relationship Type="http://schemas.openxmlformats.org/officeDocument/2006/relationships/image" Target="/ppt/media/image9.png" Id="R8248c777d0254022" /><Relationship Type="http://schemas.openxmlformats.org/officeDocument/2006/relationships/image" Target="/ppt/media/image9.svg" Id="R9ce0388543524119" /><Relationship Type="http://schemas.openxmlformats.org/officeDocument/2006/relationships/image" Target="/ppt/media/image10.png" Id="Raa97e50a0a2b42e4" /><Relationship Type="http://schemas.openxmlformats.org/officeDocument/2006/relationships/image" Target="/ppt/media/image10.svg" Id="R58064992277a4d94" /><Relationship Type="http://schemas.openxmlformats.org/officeDocument/2006/relationships/image" Target="/ppt/media/image11.png" Id="R51a129d154504101" /><Relationship Type="http://schemas.openxmlformats.org/officeDocument/2006/relationships/image" Target="/ppt/media/image11.svg" Id="R04e94e0ba2ed47d9" /><Relationship Type="http://schemas.openxmlformats.org/officeDocument/2006/relationships/notesSlide" Target="/ppt/notesSlides/notesSlide7.xml" Id="R2a54e42027954a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ae8fd1194b47a4" /><Relationship Type="http://schemas.openxmlformats.org/officeDocument/2006/relationships/image" Target="/ppt/media/image12.png" Id="Rcb062ff450ea4016" /><Relationship Type="http://schemas.openxmlformats.org/officeDocument/2006/relationships/image" Target="/ppt/media/image12.svg" Id="R831f2bd4b40a40de" /><Relationship Type="http://schemas.openxmlformats.org/officeDocument/2006/relationships/image" Target="/ppt/media/image13.png" Id="R8605d3e000f24d7d" /><Relationship Type="http://schemas.openxmlformats.org/officeDocument/2006/relationships/image" Target="/ppt/media/image13.svg" Id="Rbbf135a75460450c" /><Relationship Type="http://schemas.openxmlformats.org/officeDocument/2006/relationships/image" Target="/ppt/media/image14.png" Id="Rfd6a042a73bc4032" /><Relationship Type="http://schemas.openxmlformats.org/officeDocument/2006/relationships/image" Target="/ppt/media/image14.svg" Id="Re6209429ac154792" /><Relationship Type="http://schemas.openxmlformats.org/officeDocument/2006/relationships/notesSlide" Target="/ppt/notesSlides/notesSlide8.xml" Id="R143898e9c51345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ac74b1695b46bc" /><Relationship Type="http://schemas.openxmlformats.org/officeDocument/2006/relationships/image" Target="/ppt/media/image15.png" Id="R13b2d42404b245b0" /><Relationship Type="http://schemas.openxmlformats.org/officeDocument/2006/relationships/image" Target="/ppt/media/image15.svg" Id="Ra319bafb6ac1420f" /><Relationship Type="http://schemas.openxmlformats.org/officeDocument/2006/relationships/image" Target="/ppt/media/image16.png" Id="Rc9609712be54494c" /><Relationship Type="http://schemas.openxmlformats.org/officeDocument/2006/relationships/image" Target="/ppt/media/image16.svg" Id="R9a882086e162456d" /><Relationship Type="http://schemas.openxmlformats.org/officeDocument/2006/relationships/image" Target="/ppt/media/image17.png" Id="Rcd3024247e864b1f" /><Relationship Type="http://schemas.openxmlformats.org/officeDocument/2006/relationships/image" Target="/ppt/media/image17.svg" Id="R1c13f1ac3de34a3f" /><Relationship Type="http://schemas.openxmlformats.org/officeDocument/2006/relationships/image" Target="/ppt/media/image18.png" Id="R57d370bad1c94c54" /><Relationship Type="http://schemas.openxmlformats.org/officeDocument/2006/relationships/image" Target="/ppt/media/image18.svg" Id="Raa1cc2612560451f" /><Relationship Type="http://schemas.openxmlformats.org/officeDocument/2006/relationships/image" Target="/ppt/media/image19.png" Id="Rb3b252fd2e274d33" /><Relationship Type="http://schemas.openxmlformats.org/officeDocument/2006/relationships/image" Target="/ppt/media/image19.svg" Id="Rf698b2f0ef09456c" /><Relationship Type="http://schemas.openxmlformats.org/officeDocument/2006/relationships/image" Target="/ppt/media/image20.png" Id="R12ce7f72af3642d2" /><Relationship Type="http://schemas.openxmlformats.org/officeDocument/2006/relationships/image" Target="/ppt/media/image20.svg" Id="R0a87e9120b474141" /><Relationship Type="http://schemas.openxmlformats.org/officeDocument/2006/relationships/notesSlide" Target="/ppt/notesSlides/notesSlide9.xml" Id="Rbd0265cd25fe45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ba8d85645e4842" /><Relationship Type="http://schemas.openxmlformats.org/officeDocument/2006/relationships/notesSlide" Target="/ppt/notesSlides/notesSlide10.xml" Id="R47e9845cb6fb4f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d5db5a24484770" /><Relationship Type="http://schemas.openxmlformats.org/officeDocument/2006/relationships/notesSlide" Target="/ppt/notesSlides/notesSlide11.xml" Id="Rd6a547441ced40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9e19cb491448cd" /><Relationship Type="http://schemas.openxmlformats.org/officeDocument/2006/relationships/image" Target="/ppt/media/image21.png" Id="R24f2433baf1f44c8" /><Relationship Type="http://schemas.openxmlformats.org/officeDocument/2006/relationships/image" Target="/ppt/media/image21.svg" Id="R4d4a3cd1d5ae40ba" /><Relationship Type="http://schemas.openxmlformats.org/officeDocument/2006/relationships/image" Target="/ppt/media/image22.png" Id="R3ab152ea17214ee2" /><Relationship Type="http://schemas.openxmlformats.org/officeDocument/2006/relationships/image" Target="/ppt/media/image22.svg" Id="R01e9230a9f3a4c27" /><Relationship Type="http://schemas.openxmlformats.org/officeDocument/2006/relationships/image" Target="/ppt/media/image23.png" Id="R650897fd3c164a28" /><Relationship Type="http://schemas.openxmlformats.org/officeDocument/2006/relationships/image" Target="/ppt/media/image23.svg" Id="R200040b75cf64d38" /><Relationship Type="http://schemas.openxmlformats.org/officeDocument/2006/relationships/image" Target="/ppt/media/image24.png" Id="R69ddf6db45224b2a" /><Relationship Type="http://schemas.openxmlformats.org/officeDocument/2006/relationships/image" Target="/ppt/media/image24.svg" Id="Re646c910e260406c" /><Relationship Type="http://schemas.openxmlformats.org/officeDocument/2006/relationships/chart" Target="/ppt/slides/charts/chart1.xml" Id="Rd084108ad049494e" /><Relationship Type="http://schemas.openxmlformats.org/officeDocument/2006/relationships/image" Target="/ppt/media/image25.png" Id="R3c03407e1b12432d" /><Relationship Type="http://schemas.openxmlformats.org/officeDocument/2006/relationships/image" Target="/ppt/media/image25.svg" Id="Rf1387d4d324147fd" /><Relationship Type="http://schemas.openxmlformats.org/officeDocument/2006/relationships/notesSlide" Target="/ppt/notesSlides/notesSlide12.xml" Id="R85aab9e9f26f4a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9b84f4c1b2454f" /><Relationship Type="http://schemas.openxmlformats.org/officeDocument/2006/relationships/image" Target="/ppt/media/image26.png" Id="Radb4e07d6040491a" /><Relationship Type="http://schemas.openxmlformats.org/officeDocument/2006/relationships/notesSlide" Target="/ppt/notesSlides/notesSlide13.xml" Id="Re22db07ff25f4e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9d75d1b67d444cc" /><Relationship Type="http://schemas.openxmlformats.org/officeDocument/2006/relationships/image" Target="/ppt/media/image27.png" Id="R95271a9d10854ae9" /><Relationship Type="http://schemas.openxmlformats.org/officeDocument/2006/relationships/image" Target="/ppt/media/image26.svg" Id="R7c1a87b66e8c44ce" /><Relationship Type="http://schemas.openxmlformats.org/officeDocument/2006/relationships/notesSlide" Target="/ppt/notesSlides/notesSlide14.xml" Id="R2c886325565546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d04632e45864dab" /><Relationship Type="http://schemas.openxmlformats.org/officeDocument/2006/relationships/image" Target="/ppt/media/image28.png" Id="R12894dbb8e094723" /><Relationship Type="http://schemas.openxmlformats.org/officeDocument/2006/relationships/image" Target="/ppt/media/image27.svg" Id="R1c6eb3abcc644e85" /><Relationship Type="http://schemas.openxmlformats.org/officeDocument/2006/relationships/notesSlide" Target="/ppt/notesSlides/notesSlide15.xml" Id="R264116640f8343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4298b484614cda" /><Relationship Type="http://schemas.openxmlformats.org/officeDocument/2006/relationships/notesSlide" Target="/ppt/notesSlides/notesSlide16.xml" Id="R5173e0e6bea049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People present</c:v>
          </c:tx>
          <c:spPr>
            <a:ln xmlns:a="http://schemas.openxmlformats.org/drawingml/2006/main" w="28575">
              <a:solidFill>
                <a:srgbClr val="243B75"/>
              </a:solidFill>
              <a:prstDash val="solid"/>
            </a:ln>
          </c:spPr>
          <c:marker>
            <c:symbol val="circle"/>
            <c:size val="7"/>
            <c:spPr>
              <a:solidFill xmlns:a="http://schemas.openxmlformats.org/drawingml/2006/main">
                <a:srgbClr val="243B75"/>
              </a:solidFill>
            </c:spPr>
          </c:marker>
          <c:cat>
            <c:strRef>
              <c:f>'Chart Data'!$A$2:$A$5</c:f>
              <c:strCache>
                <c:ptCount val="4"/>
                <c:pt idx="0">
                  <c:v>07:00</c:v>
                </c:pt>
                <c:pt idx="1">
                  <c:v>08:00</c:v>
                </c:pt>
                <c:pt idx="2">
                  <c:v>09:00</c:v>
                </c:pt>
                <c:pt idx="3">
                  <c:v>10:00</c:v>
                </c:pt>
              </c:strCache>
            </c:strRef>
          </c:cat>
          <c:val>
            <c:numRef>
              <c:f>'Chart Data'!$B$2:$B$5</c:f>
              <c:numCache>
                <c:formatCode>General</c:formatCode>
                <c:ptCount val="4"/>
                <c:pt idx="0">
                  <c:v>120</c:v>
                </c:pt>
                <c:pt idx="1">
                  <c:v>280</c:v>
                </c:pt>
                <c:pt idx="2">
                  <c:v>170</c:v>
                </c:pt>
                <c:pt idx="3">
                  <c:v>390</c:v>
                </c:pt>
              </c:numCache>
            </c:numRef>
          </c:val>
        </c:ser>
        <c:dLbls>
          <c:txPr>
            <a:bodyPr xmlns:a="http://schemas.openxmlformats.org/drawingml/2006/main" anchorCtr="1"/>
            <a:lstStyle xmlns:a="http://schemas.openxmlformats.org/drawingml/2006/main"/>
            <a:p xmlns:a="http://schemas.openxmlformats.org/drawingml/2006/main">
              <a:pPr>
                <a:defRPr>
                  <a:latin typeface="Nimbus Sans"/>
                  <a:ea typeface="Nimbus Sans"/>
                  <a:cs typeface="Nimbus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1EC"/>
            </a:solidFill>
          </a:ln>
        </c:spPr>
        <c:txPr>
          <a:bodyPr xmlns:a="http://schemas.openxmlformats.org/drawingml/2006/main" anchorCtr="1"/>
          <a:lstStyle xmlns:a="http://schemas.openxmlformats.org/drawingml/2006/main"/>
          <a:p xmlns:a="http://schemas.openxmlformats.org/drawingml/2006/main">
            <a:pPr>
              <a:defRPr sz="1500">
                <a:solidFill>
                  <a:srgbClr val="667085"/>
                </a:solidFill>
                <a:latin typeface="Nimbus Sans"/>
                <a:ea typeface="Nimbus Sans"/>
                <a:cs typeface="Nimbus Sans"/>
              </a:defRPr>
            </a:pPr>
          </a:p>
        </c:txPr>
        <c:crossAx val="48672768"/>
      </c:catAx>
      <c:valAx>
        <c:axId val="48672768"/>
        <c:scaling>
          <c:orientation val="minMax"/>
          <c:max val="400"/>
          <c:min val="0"/>
        </c:scaling>
        <c:delete val="0"/>
        <c:axPos val="l"/>
        <c:majorGridlines>
          <c:spPr>
            <a:ln xmlns:a="http://schemas.openxmlformats.org/drawingml/2006/main" w="9525">
              <a:solidFill>
                <a:srgbClr val="DCE1EC"/>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085"/>
                </a:solidFill>
                <a:latin typeface="Nimbus Sans"/>
                <a:ea typeface="Nimbus Sans"/>
                <a:cs typeface="Nimbus Sans"/>
              </a:defRPr>
            </a:pPr>
          </a:p>
        </c:txPr>
        <c:crossAx val="48650112"/>
        <c:crossBetween val="between"/>
        <c:majorUnit val="1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3B7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D69C188-B314-4421-BD05-575E28A0094F}"/>
              </a:ext>
            </a:extLst>
          </p:cNvPr>
          <p:cNvPicPr>
            <a:picLocks xmlns:a="http://schemas.openxmlformats.org/drawingml/2006/main" noChangeAspect="1"/>
          </p:cNvPicPr>
          <p:nvPr/>
        </p:nvPicPr>
        <p:blipFill>
          <a:blip xmlns:r="http://schemas.openxmlformats.org/officeDocument/2006/relationships" xmlns:a="http://schemas.openxmlformats.org/drawingml/2006/main" r:embed="R3548eb61193a4475">
            <a:extLst>
              <a:ext uri="{96DAC541-7B7A-43D3-8B79-37D633B846F1}">
                <asvg:svgBlip xmlns:asvg="http://schemas.microsoft.com/office/drawing/2016/SVG/main" r:embed="Rb64ec0df70244991"/>
              </a:ext>
            </a:extLst>
          </a:blip>
          <a:stretch xmlns:a="http://schemas.openxmlformats.org/drawingml/2006/main"/>
        </p:blipFill>
        <p:spPr>
          <a:xfrm xmlns:a="http://schemas.openxmlformats.org/drawingml/2006/main">
            <a:off x="685800" y="2057400"/>
            <a:ext cx="7239000" cy="1910802"/>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AC64C2-1939-4933-9597-44C1AD96159A}"/>
              </a:ext>
            </a:extLst>
          </p:cNvPr>
          <p:cNvSpPr>
            <a:spLocks xmlns:a="http://schemas.openxmlformats.org/drawingml/2006/main" noGrp="1"/>
          </p:cNvSpPr>
          <p:nvPr/>
        </p:nvSpPr>
        <p:spPr>
          <a:xfrm xmlns:a="http://schemas.openxmlformats.org/drawingml/2006/main">
            <a:off x="733425" y="41719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Nimbus Sans"/>
                <a:ea typeface="Nimbus Sans"/>
                <a:cs typeface="Nimbus Sans"/>
              </a:defRPr>
            </a:defPPr>
          </a:lstStyle>
          <a:p xmlns:a="http://schemas.openxmlformats.org/drawingml/2006/main">
            <a:pPr algn="l">
              <a:defRPr sz="3150" b="0">
                <a:solidFill>
                  <a:srgbClr val="FFFFFF"/>
                </a:solidFill>
                <a:latin typeface="Nimbus Sans"/>
                <a:ea typeface="Nimbus Sans"/>
                <a:cs typeface="Nimbus Sans"/>
              </a:defRPr>
            </a:pPr>
            <a:r>
              <a:rPr sz="3150" b="0">
                <a:solidFill>
                  <a:srgbClr val="FFFFFF"/>
                </a:solidFill>
                <a:latin typeface="Nimbus Sans"/>
                <a:ea typeface="Nimbus Sans"/>
                <a:cs typeface="Nimbus Sans"/>
              </a:rPr>
              <a:t>Station Intelligence</a:t>
            </a:r>
          </a:p>
        </p:txBody>
      </p:sp>
      <p:sp>
        <p:nvSpPr>
          <p:cNvPr id="3" name="">
            <a:extLst xmlns:a="http://schemas.openxmlformats.org/drawingml/2006/main">
              <a:ext uri="{FF2B5EF4-FFF2-40B4-BE49-F238E27FC236}">
                <a16:creationId xmlns:a16="http://schemas.microsoft.com/office/drawing/2014/main" id="{6BE81E42-468E-4426-B16A-9483600E0CA3}"/>
              </a:ext>
            </a:extLst>
          </p:cNvPr>
          <p:cNvSpPr>
            <a:spLocks xmlns:a="http://schemas.openxmlformats.org/drawingml/2006/main" noGrp="1"/>
          </p:cNvSpPr>
          <p:nvPr/>
        </p:nvSpPr>
        <p:spPr>
          <a:xfrm xmlns:a="http://schemas.openxmlformats.org/drawingml/2006/main">
            <a:off x="742950" y="518160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C7D1E5"/>
                </a:solidFill>
                <a:latin typeface="Nimbus Sans"/>
                <a:ea typeface="Nimbus Sans"/>
                <a:cs typeface="Nimbus Sans"/>
              </a:defRPr>
            </a:defPPr>
          </a:lstStyle>
          <a:p xmlns:a="http://schemas.openxmlformats.org/drawingml/2006/main">
            <a:pPr algn="l">
              <a:defRPr sz="1875" b="0">
                <a:solidFill>
                  <a:srgbClr val="C7D1E5"/>
                </a:solidFill>
                <a:latin typeface="Nimbus Sans"/>
                <a:ea typeface="Nimbus Sans"/>
                <a:cs typeface="Nimbus Sans"/>
              </a:defRPr>
            </a:pPr>
            <a:r>
              <a:rPr sz="1875" b="0">
                <a:solidFill>
                  <a:srgbClr val="C7D1E5"/>
                </a:solidFill>
                <a:latin typeface="Nimbus Sans"/>
                <a:ea typeface="Nimbus Sans"/>
                <a:cs typeface="Nimbus Sans"/>
              </a:rPr>
              <a:t>Brand guidelines</a:t>
            </a:r>
          </a:p>
        </p:txBody>
      </p:sp>
      <p:sp>
        <p:nvSpPr>
          <p:cNvPr id="4" name="">
            <a:extLst xmlns:a="http://schemas.openxmlformats.org/drawingml/2006/main">
              <a:ext uri="{FF2B5EF4-FFF2-40B4-BE49-F238E27FC236}">
                <a16:creationId xmlns:a16="http://schemas.microsoft.com/office/drawing/2014/main" id="{B8D0647A-B8BC-4119-A11F-E03A28F121E0}"/>
              </a:ext>
            </a:extLst>
          </p:cNvPr>
          <p:cNvSpPr>
            <a:spLocks xmlns:a="http://schemas.openxmlformats.org/drawingml/2006/main" noGrp="1"/>
          </p:cNvSpPr>
          <p:nvPr/>
        </p:nvSpPr>
        <p:spPr>
          <a:xfrm xmlns:a="http://schemas.openxmlformats.org/drawingml/2006/main">
            <a:off x="10477500" y="61341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650" b="0">
                <a:solidFill>
                  <a:srgbClr val="C7D1E5"/>
                </a:solidFill>
                <a:latin typeface="Nimbus Sans"/>
                <a:ea typeface="Nimbus Sans"/>
                <a:cs typeface="Nimbus Sans"/>
              </a:defRPr>
            </a:defPPr>
          </a:lstStyle>
          <a:p xmlns:a="http://schemas.openxmlformats.org/drawingml/2006/main">
            <a:pPr algn="r">
              <a:defRPr sz="1650" b="0">
                <a:solidFill>
                  <a:srgbClr val="C7D1E5"/>
                </a:solidFill>
                <a:latin typeface="Nimbus Sans"/>
                <a:ea typeface="Nimbus Sans"/>
                <a:cs typeface="Nimbus Sans"/>
              </a:defRPr>
            </a:pPr>
            <a:r>
              <a:rPr sz="1650" b="0">
                <a:solidFill>
                  <a:srgbClr val="C7D1E5"/>
                </a:solidFill>
                <a:latin typeface="Nimbus Sans"/>
                <a:ea typeface="Nimbus Sans"/>
                <a:cs typeface="Nimbus Sans"/>
              </a:rPr>
              <a:t>2026</a:t>
            </a:r>
          </a:p>
        </p:txBody>
      </p:sp>
    </p:spTree>
    <p:extLst>
      <p:ext uri="{BB962C8B-B14F-4D97-AF65-F5344CB8AC3E}">
        <p14:creationId xmlns:p14="http://schemas.microsoft.com/office/powerpoint/2010/main" val="19074909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EB133C-70F5-44E2-8929-3B5C62B1E87F}"/>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Brand purpose</a:t>
            </a:r>
          </a:p>
        </p:txBody>
      </p:sp>
      <p:sp>
        <p:nvSpPr>
          <p:cNvPr id="2" name="">
            <a:extLst xmlns:a="http://schemas.openxmlformats.org/drawingml/2006/main">
              <a:ext uri="{FF2B5EF4-FFF2-40B4-BE49-F238E27FC236}">
                <a16:creationId xmlns:a16="http://schemas.microsoft.com/office/drawing/2014/main" id="{AF5B84E0-7BBA-4CA7-BEEB-2F483034DB7F}"/>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02</a:t>
            </a:r>
          </a:p>
        </p:txBody>
      </p:sp>
      <p:sp>
        <p:nvSpPr>
          <p:cNvPr id="3" name="">
            <a:extLst xmlns:a="http://schemas.openxmlformats.org/drawingml/2006/main">
              <a:ext uri="{FF2B5EF4-FFF2-40B4-BE49-F238E27FC236}">
                <a16:creationId xmlns:a16="http://schemas.microsoft.com/office/drawing/2014/main" id="{FE0C85BF-A03E-47F3-9376-AA80FB8CF4AD}"/>
              </a:ext>
            </a:extLst>
          </p:cNvPr>
          <p:cNvSpPr>
            <a:spLocks xmlns:a="http://schemas.openxmlformats.org/drawingml/2006/main" noGrp="1"/>
          </p:cNvSpPr>
          <p:nvPr/>
        </p:nvSpPr>
        <p:spPr>
          <a:xfrm xmlns:a="http://schemas.openxmlformats.org/drawingml/2006/main">
            <a:off x="685800" y="1885950"/>
            <a:ext cx="581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050" b="1">
                <a:solidFill>
                  <a:srgbClr val="17233D"/>
                </a:solidFill>
                <a:latin typeface="Nimbus Sans"/>
                <a:ea typeface="Nimbus Sans"/>
                <a:cs typeface="Nimbus Sans"/>
              </a:defRPr>
            </a:defPPr>
          </a:lstStyle>
          <a:p xmlns:a="http://schemas.openxmlformats.org/drawingml/2006/main">
            <a:pPr algn="l">
              <a:defRPr sz="4050" b="1">
                <a:solidFill>
                  <a:srgbClr val="17233D"/>
                </a:solidFill>
                <a:latin typeface="Nimbus Sans"/>
                <a:ea typeface="Nimbus Sans"/>
                <a:cs typeface="Nimbus Sans"/>
              </a:defRPr>
            </a:pPr>
            <a:r>
              <a:rPr sz="4050" b="1">
                <a:solidFill>
                  <a:srgbClr val="17233D"/>
                </a:solidFill>
                <a:latin typeface="Nimbus Sans"/>
                <a:ea typeface="Nimbus Sans"/>
                <a:cs typeface="Nimbus Sans"/>
              </a:rPr>
              <a:t>A station plan connects</a:t>
            </a:r>
          </a:p>
          <a:p xmlns:a="http://schemas.openxmlformats.org/drawingml/2006/main">
            <a:pPr algn="l">
              <a:defRPr sz="4050" b="1">
                <a:solidFill>
                  <a:srgbClr val="17233D"/>
                </a:solidFill>
                <a:latin typeface="Nimbus Sans"/>
                <a:ea typeface="Nimbus Sans"/>
                <a:cs typeface="Nimbus Sans"/>
              </a:defRPr>
            </a:pPr>
            <a:r>
              <a:rPr sz="4050" b="1">
                <a:solidFill>
                  <a:srgbClr val="17233D"/>
                </a:solidFill>
                <a:latin typeface="Nimbus Sans"/>
                <a:ea typeface="Nimbus Sans"/>
                <a:cs typeface="Nimbus Sans"/>
              </a:rPr>
              <a:t>movement and space</a:t>
            </a:r>
          </a:p>
        </p:txBody>
      </p:sp>
      <p:sp>
        <p:nvSpPr>
          <p:cNvPr id="4" name="">
            <a:extLst xmlns:a="http://schemas.openxmlformats.org/drawingml/2006/main">
              <a:ext uri="{FF2B5EF4-FFF2-40B4-BE49-F238E27FC236}">
                <a16:creationId xmlns:a16="http://schemas.microsoft.com/office/drawing/2014/main" id="{9F6D224D-639B-4813-8CCF-B7D4281A8155}"/>
              </a:ext>
            </a:extLst>
          </p:cNvPr>
          <p:cNvSpPr>
            <a:spLocks xmlns:a="http://schemas.openxmlformats.org/drawingml/2006/main" noGrp="1"/>
          </p:cNvSpPr>
          <p:nvPr/>
        </p:nvSpPr>
        <p:spPr>
          <a:xfrm xmlns:a="http://schemas.openxmlformats.org/drawingml/2006/main">
            <a:off x="685800" y="4143375"/>
            <a:ext cx="638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Lintara helps operators and tenants see how a location, timetable or service change affects people and commercial activity.</a:t>
            </a:r>
          </a:p>
        </p:txBody>
      </p:sp>
      <p:sp>
        <p:nvSpPr>
          <p:cNvPr id="5" name="">
            <a:extLst xmlns:a="http://schemas.openxmlformats.org/drawingml/2006/main">
              <a:ext uri="{FF2B5EF4-FFF2-40B4-BE49-F238E27FC236}">
                <a16:creationId xmlns:a16="http://schemas.microsoft.com/office/drawing/2014/main" id="{8D5F450F-A6F9-4C60-92C7-71A6FDFCEB70}"/>
              </a:ext>
            </a:extLst>
          </p:cNvPr>
          <p:cNvSpPr>
            <a:spLocks xmlns:a="http://schemas.openxmlformats.org/drawingml/2006/main" noGrp="1"/>
          </p:cNvSpPr>
          <p:nvPr/>
        </p:nvSpPr>
        <p:spPr>
          <a:xfrm xmlns:a="http://schemas.openxmlformats.org/drawingml/2006/main">
            <a:off x="8305800" y="20097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43B75"/>
                </a:solidFill>
                <a:latin typeface="Nimbus Sans"/>
                <a:ea typeface="Nimbus Sans"/>
                <a:cs typeface="Nimbus Sans"/>
              </a:defRPr>
            </a:defPPr>
          </a:lstStyle>
          <a:p xmlns:a="http://schemas.openxmlformats.org/drawingml/2006/main">
            <a:pPr algn="l">
              <a:defRPr sz="2550" b="1">
                <a:solidFill>
                  <a:srgbClr val="243B75"/>
                </a:solidFill>
                <a:latin typeface="Nimbus Sans"/>
                <a:ea typeface="Nimbus Sans"/>
                <a:cs typeface="Nimbus Sans"/>
              </a:defRPr>
            </a:pPr>
            <a:r>
              <a:rPr sz="2550" b="1">
                <a:solidFill>
                  <a:srgbClr val="243B75"/>
                </a:solidFill>
                <a:latin typeface="Nimbus Sans"/>
                <a:ea typeface="Nimbus Sans"/>
                <a:cs typeface="Nimbus Sans"/>
              </a:rPr>
              <a:t>Movement</a:t>
            </a:r>
          </a:p>
        </p:txBody>
      </p:sp>
      <p:sp>
        <p:nvSpPr>
          <p:cNvPr id="6" name="">
            <a:extLst xmlns:a="http://schemas.openxmlformats.org/drawingml/2006/main">
              <a:ext uri="{FF2B5EF4-FFF2-40B4-BE49-F238E27FC236}">
                <a16:creationId xmlns:a16="http://schemas.microsoft.com/office/drawing/2014/main" id="{80CBDA49-E66E-463B-90E5-4E1242DAAB11}"/>
              </a:ext>
            </a:extLst>
          </p:cNvPr>
          <p:cNvSpPr>
            <a:spLocks xmlns:a="http://schemas.openxmlformats.org/drawingml/2006/main" noGrp="1"/>
          </p:cNvSpPr>
          <p:nvPr/>
        </p:nvSpPr>
        <p:spPr>
          <a:xfrm xmlns:a="http://schemas.openxmlformats.org/drawingml/2006/main">
            <a:off x="8305800" y="2533650"/>
            <a:ext cx="2971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People arrive, pass through</a:t>
            </a:r>
          </a:p>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and stop to visit.</a:t>
            </a:r>
          </a:p>
        </p:txBody>
      </p:sp>
      <p:sp>
        <p:nvSpPr>
          <p:cNvPr id="7" name="">
            <a:extLst xmlns:a="http://schemas.openxmlformats.org/drawingml/2006/main">
              <a:ext uri="{FF2B5EF4-FFF2-40B4-BE49-F238E27FC236}">
                <a16:creationId xmlns:a16="http://schemas.microsoft.com/office/drawing/2014/main" id="{B96DAAFA-EF23-4E23-BFD6-42FACFABBD12}"/>
              </a:ext>
            </a:extLst>
          </p:cNvPr>
          <p:cNvSpPr>
            <a:spLocks xmlns:a="http://schemas.openxmlformats.org/drawingml/2006/main" noGrp="1"/>
          </p:cNvSpPr>
          <p:nvPr/>
        </p:nvSpPr>
        <p:spPr>
          <a:xfrm xmlns:a="http://schemas.openxmlformats.org/drawingml/2006/main">
            <a:off x="8305800" y="34861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43B75"/>
                </a:solidFill>
                <a:latin typeface="Nimbus Sans"/>
                <a:ea typeface="Nimbus Sans"/>
                <a:cs typeface="Nimbus Sans"/>
              </a:defRPr>
            </a:defPPr>
          </a:lstStyle>
          <a:p xmlns:a="http://schemas.openxmlformats.org/drawingml/2006/main">
            <a:pPr algn="l">
              <a:defRPr sz="2550" b="1">
                <a:solidFill>
                  <a:srgbClr val="243B75"/>
                </a:solidFill>
                <a:latin typeface="Nimbus Sans"/>
                <a:ea typeface="Nimbus Sans"/>
                <a:cs typeface="Nimbus Sans"/>
              </a:defRPr>
            </a:pPr>
            <a:r>
              <a:rPr sz="2550" b="1">
                <a:solidFill>
                  <a:srgbClr val="243B75"/>
                </a:solidFill>
                <a:latin typeface="Nimbus Sans"/>
                <a:ea typeface="Nimbus Sans"/>
                <a:cs typeface="Nimbus Sans"/>
              </a:rPr>
              <a:t>Space</a:t>
            </a:r>
          </a:p>
        </p:txBody>
      </p:sp>
      <p:sp>
        <p:nvSpPr>
          <p:cNvPr id="8" name="">
            <a:extLst xmlns:a="http://schemas.openxmlformats.org/drawingml/2006/main">
              <a:ext uri="{FF2B5EF4-FFF2-40B4-BE49-F238E27FC236}">
                <a16:creationId xmlns:a16="http://schemas.microsoft.com/office/drawing/2014/main" id="{634827C4-A8C5-4642-8CAE-0A045968D78E}"/>
              </a:ext>
            </a:extLst>
          </p:cNvPr>
          <p:cNvSpPr>
            <a:spLocks xmlns:a="http://schemas.openxmlformats.org/drawingml/2006/main" noGrp="1"/>
          </p:cNvSpPr>
          <p:nvPr/>
        </p:nvSpPr>
        <p:spPr>
          <a:xfrm xmlns:a="http://schemas.openxmlformats.org/drawingml/2006/main">
            <a:off x="8305800" y="4010025"/>
            <a:ext cx="2971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Routes and storefronts</a:t>
            </a:r>
          </a:p>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shape each decision.</a:t>
            </a:r>
          </a:p>
        </p:txBody>
      </p:sp>
      <p:sp>
        <p:nvSpPr>
          <p:cNvPr id="9" name="">
            <a:extLst xmlns:a="http://schemas.openxmlformats.org/drawingml/2006/main">
              <a:ext uri="{FF2B5EF4-FFF2-40B4-BE49-F238E27FC236}">
                <a16:creationId xmlns:a16="http://schemas.microsoft.com/office/drawing/2014/main" id="{32B2BECD-989D-4326-94D4-885AA7059109}"/>
              </a:ext>
            </a:extLst>
          </p:cNvPr>
          <p:cNvSpPr>
            <a:spLocks xmlns:a="http://schemas.openxmlformats.org/drawingml/2006/main" noGrp="1"/>
          </p:cNvSpPr>
          <p:nvPr/>
        </p:nvSpPr>
        <p:spPr>
          <a:xfrm xmlns:a="http://schemas.openxmlformats.org/drawingml/2006/main">
            <a:off x="8305800" y="496252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43B75"/>
                </a:solidFill>
                <a:latin typeface="Nimbus Sans"/>
                <a:ea typeface="Nimbus Sans"/>
                <a:cs typeface="Nimbus Sans"/>
              </a:defRPr>
            </a:defPPr>
          </a:lstStyle>
          <a:p xmlns:a="http://schemas.openxmlformats.org/drawingml/2006/main">
            <a:pPr algn="l">
              <a:defRPr sz="2550" b="1">
                <a:solidFill>
                  <a:srgbClr val="243B75"/>
                </a:solidFill>
                <a:latin typeface="Nimbus Sans"/>
                <a:ea typeface="Nimbus Sans"/>
                <a:cs typeface="Nimbus Sans"/>
              </a:defRPr>
            </a:pPr>
            <a:r>
              <a:rPr sz="2550" b="1">
                <a:solidFill>
                  <a:srgbClr val="243B75"/>
                </a:solidFill>
                <a:latin typeface="Nimbus Sans"/>
                <a:ea typeface="Nimbus Sans"/>
                <a:cs typeface="Nimbus Sans"/>
              </a:rPr>
              <a:t>Decision</a:t>
            </a:r>
          </a:p>
        </p:txBody>
      </p:sp>
      <p:sp>
        <p:nvSpPr>
          <p:cNvPr id="10" name="">
            <a:extLst xmlns:a="http://schemas.openxmlformats.org/drawingml/2006/main">
              <a:ext uri="{FF2B5EF4-FFF2-40B4-BE49-F238E27FC236}">
                <a16:creationId xmlns:a16="http://schemas.microsoft.com/office/drawing/2014/main" id="{CCD2F3E6-C22E-4EFE-844C-926FDD765950}"/>
              </a:ext>
            </a:extLst>
          </p:cNvPr>
          <p:cNvSpPr>
            <a:spLocks xmlns:a="http://schemas.openxmlformats.org/drawingml/2006/main" noGrp="1"/>
          </p:cNvSpPr>
          <p:nvPr/>
        </p:nvSpPr>
        <p:spPr>
          <a:xfrm xmlns:a="http://schemas.openxmlformats.org/drawingml/2006/main">
            <a:off x="8305800" y="5486400"/>
            <a:ext cx="2971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Compare a change</a:t>
            </a:r>
          </a:p>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before committing to it.</a:t>
            </a:r>
          </a:p>
        </p:txBody>
      </p:sp>
    </p:spTree>
    <p:extLst>
      <p:ext uri="{BB962C8B-B14F-4D97-AF65-F5344CB8AC3E}">
        <p14:creationId xmlns:p14="http://schemas.microsoft.com/office/powerpoint/2010/main" val="20086909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5402B4-FCF6-44C6-BD36-20459C37CB1F}"/>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Personality and voice</a:t>
            </a:r>
          </a:p>
        </p:txBody>
      </p:sp>
      <p:sp>
        <p:nvSpPr>
          <p:cNvPr id="2" name="">
            <a:extLst xmlns:a="http://schemas.openxmlformats.org/drawingml/2006/main">
              <a:ext uri="{FF2B5EF4-FFF2-40B4-BE49-F238E27FC236}">
                <a16:creationId xmlns:a16="http://schemas.microsoft.com/office/drawing/2014/main" id="{9C504EF9-40B0-4410-A10A-B2E14D972687}"/>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03</a:t>
            </a:r>
          </a:p>
        </p:txBody>
      </p:sp>
      <p:sp>
        <p:nvSpPr>
          <p:cNvPr id="3" name="">
            <a:extLst xmlns:a="http://schemas.openxmlformats.org/drawingml/2006/main">
              <a:ext uri="{FF2B5EF4-FFF2-40B4-BE49-F238E27FC236}">
                <a16:creationId xmlns:a16="http://schemas.microsoft.com/office/drawing/2014/main" id="{D9F3F909-41C1-4EFC-8CB8-F93283735959}"/>
              </a:ext>
            </a:extLst>
          </p:cNvPr>
          <p:cNvSpPr>
            <a:spLocks xmlns:a="http://schemas.openxmlformats.org/drawingml/2006/main" noGrp="1"/>
          </p:cNvSpPr>
          <p:nvPr/>
        </p:nvSpPr>
        <p:spPr>
          <a:xfrm xmlns:a="http://schemas.openxmlformats.org/drawingml/2006/main">
            <a:off x="685800" y="146685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Clear language helps people understand a choice and its result.</a:t>
            </a:r>
          </a:p>
        </p:txBody>
      </p:sp>
      <p:sp>
        <p:nvSpPr>
          <p:cNvPr id="4" name="">
            <a:extLst xmlns:a="http://schemas.openxmlformats.org/drawingml/2006/main">
              <a:ext uri="{FF2B5EF4-FFF2-40B4-BE49-F238E27FC236}">
                <a16:creationId xmlns:a16="http://schemas.microsoft.com/office/drawing/2014/main" id="{3A4B4AB5-5A45-435B-83E1-8BC3ED24FF90}"/>
              </a:ext>
            </a:extLst>
          </p:cNvPr>
          <p:cNvSpPr>
            <a:spLocks xmlns:a="http://schemas.openxmlformats.org/drawingml/2006/main" noGrp="1"/>
          </p:cNvSpPr>
          <p:nvPr/>
        </p:nvSpPr>
        <p:spPr>
          <a:xfrm xmlns:a="http://schemas.openxmlformats.org/drawingml/2006/main">
            <a:off x="685800" y="2381250"/>
            <a:ext cx="108204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616D1B-7CBB-4F2A-A23C-F419C637180C}"/>
              </a:ext>
            </a:extLst>
          </p:cNvPr>
          <p:cNvSpPr>
            <a:spLocks xmlns:a="http://schemas.openxmlformats.org/drawingml/2006/main" noGrp="1"/>
          </p:cNvSpPr>
          <p:nvPr/>
        </p:nvSpPr>
        <p:spPr>
          <a:xfrm xmlns:a="http://schemas.openxmlformats.org/drawingml/2006/main">
            <a:off x="685800" y="257175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243B75"/>
                </a:solidFill>
                <a:latin typeface="Nimbus Sans"/>
                <a:ea typeface="Nimbus Sans"/>
                <a:cs typeface="Nimbus Sans"/>
              </a:defRPr>
            </a:defPPr>
          </a:lstStyle>
          <a:p xmlns:a="http://schemas.openxmlformats.org/drawingml/2006/main">
            <a:pPr algn="l">
              <a:defRPr sz="2400" b="1">
                <a:solidFill>
                  <a:srgbClr val="243B75"/>
                </a:solidFill>
                <a:latin typeface="Nimbus Sans"/>
                <a:ea typeface="Nimbus Sans"/>
                <a:cs typeface="Nimbus Sans"/>
              </a:defRPr>
            </a:pPr>
            <a:r>
              <a:rPr sz="2400" b="1">
                <a:solidFill>
                  <a:srgbClr val="243B75"/>
                </a:solidFill>
                <a:latin typeface="Nimbus Sans"/>
                <a:ea typeface="Nimbus Sans"/>
                <a:cs typeface="Nimbus Sans"/>
              </a:rPr>
              <a:t>Clear</a:t>
            </a:r>
          </a:p>
        </p:txBody>
      </p:sp>
      <p:sp>
        <p:nvSpPr>
          <p:cNvPr id="6" name="">
            <a:extLst xmlns:a="http://schemas.openxmlformats.org/drawingml/2006/main">
              <a:ext uri="{FF2B5EF4-FFF2-40B4-BE49-F238E27FC236}">
                <a16:creationId xmlns:a16="http://schemas.microsoft.com/office/drawing/2014/main" id="{FF75EFB2-AF5C-4A5D-95F7-49E203391D1C}"/>
              </a:ext>
            </a:extLst>
          </p:cNvPr>
          <p:cNvSpPr>
            <a:spLocks xmlns:a="http://schemas.openxmlformats.org/drawingml/2006/main" noGrp="1"/>
          </p:cNvSpPr>
          <p:nvPr/>
        </p:nvSpPr>
        <p:spPr>
          <a:xfrm xmlns:a="http://schemas.openxmlformats.org/drawingml/2006/main">
            <a:off x="3067050" y="257175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Name the action</a:t>
            </a:r>
          </a:p>
        </p:txBody>
      </p:sp>
      <p:sp>
        <p:nvSpPr>
          <p:cNvPr id="7" name="">
            <a:extLst xmlns:a="http://schemas.openxmlformats.org/drawingml/2006/main">
              <a:ext uri="{FF2B5EF4-FFF2-40B4-BE49-F238E27FC236}">
                <a16:creationId xmlns:a16="http://schemas.microsoft.com/office/drawing/2014/main" id="{231EE183-2848-4AA1-BDA7-C1B7FF732DE1}"/>
              </a:ext>
            </a:extLst>
          </p:cNvPr>
          <p:cNvSpPr>
            <a:spLocks xmlns:a="http://schemas.openxmlformats.org/drawingml/2006/main" noGrp="1"/>
          </p:cNvSpPr>
          <p:nvPr/>
        </p:nvSpPr>
        <p:spPr>
          <a:xfrm xmlns:a="http://schemas.openxmlformats.org/drawingml/2006/main">
            <a:off x="5753100" y="25717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233D"/>
                </a:solidFill>
                <a:latin typeface="Nimbus Sans"/>
                <a:ea typeface="Nimbus Sans"/>
                <a:cs typeface="Nimbus Sans"/>
              </a:defRPr>
            </a:defPPr>
          </a:lstStyle>
          <a:p xmlns:a="http://schemas.openxmlformats.org/drawingml/2006/main">
            <a:pPr algn="l">
              <a:defRPr sz="2025" b="1">
                <a:solidFill>
                  <a:srgbClr val="17233D"/>
                </a:solidFill>
                <a:latin typeface="Nimbus Sans"/>
                <a:ea typeface="Nimbus Sans"/>
                <a:cs typeface="Nimbus Sans"/>
              </a:defRPr>
            </a:pPr>
            <a:r>
              <a:rPr sz="2025" b="1">
                <a:solidFill>
                  <a:srgbClr val="17233D"/>
                </a:solidFill>
                <a:latin typeface="Nimbus Sans"/>
                <a:ea typeface="Nimbus Sans"/>
                <a:cs typeface="Nimbus Sans"/>
              </a:rPr>
              <a:t>Place a shop</a:t>
            </a:r>
          </a:p>
        </p:txBody>
      </p:sp>
      <p:sp>
        <p:nvSpPr>
          <p:cNvPr id="8" name="">
            <a:extLst xmlns:a="http://schemas.openxmlformats.org/drawingml/2006/main">
              <a:ext uri="{FF2B5EF4-FFF2-40B4-BE49-F238E27FC236}">
                <a16:creationId xmlns:a16="http://schemas.microsoft.com/office/drawing/2014/main" id="{3D56D181-8243-4DEA-A324-068DD05A4970}"/>
              </a:ext>
            </a:extLst>
          </p:cNvPr>
          <p:cNvSpPr>
            <a:spLocks xmlns:a="http://schemas.openxmlformats.org/drawingml/2006/main" noGrp="1"/>
          </p:cNvSpPr>
          <p:nvPr/>
        </p:nvSpPr>
        <p:spPr>
          <a:xfrm xmlns:a="http://schemas.openxmlformats.org/drawingml/2006/main">
            <a:off x="5753100" y="29908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Tempatkan toko</a:t>
            </a:r>
          </a:p>
        </p:txBody>
      </p:sp>
      <p:sp>
        <p:nvSpPr>
          <p:cNvPr id="9" name="">
            <a:extLst xmlns:a="http://schemas.openxmlformats.org/drawingml/2006/main">
              <a:ext uri="{FF2B5EF4-FFF2-40B4-BE49-F238E27FC236}">
                <a16:creationId xmlns:a16="http://schemas.microsoft.com/office/drawing/2014/main" id="{C3A89F8E-7771-4677-AAE2-ED16A55AB99C}"/>
              </a:ext>
            </a:extLst>
          </p:cNvPr>
          <p:cNvSpPr>
            <a:spLocks xmlns:a="http://schemas.openxmlformats.org/drawingml/2006/main" noGrp="1"/>
          </p:cNvSpPr>
          <p:nvPr/>
        </p:nvSpPr>
        <p:spPr>
          <a:xfrm xmlns:a="http://schemas.openxmlformats.org/drawingml/2006/main">
            <a:off x="685800" y="3524250"/>
            <a:ext cx="108204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6E1662B-040E-449A-9ABB-7B1B477424A1}"/>
              </a:ext>
            </a:extLst>
          </p:cNvPr>
          <p:cNvSpPr>
            <a:spLocks xmlns:a="http://schemas.openxmlformats.org/drawingml/2006/main" noGrp="1"/>
          </p:cNvSpPr>
          <p:nvPr/>
        </p:nvSpPr>
        <p:spPr>
          <a:xfrm xmlns:a="http://schemas.openxmlformats.org/drawingml/2006/main">
            <a:off x="685800" y="371475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243B75"/>
                </a:solidFill>
                <a:latin typeface="Nimbus Sans"/>
                <a:ea typeface="Nimbus Sans"/>
                <a:cs typeface="Nimbus Sans"/>
              </a:defRPr>
            </a:defPPr>
          </a:lstStyle>
          <a:p xmlns:a="http://schemas.openxmlformats.org/drawingml/2006/main">
            <a:pPr algn="l">
              <a:defRPr sz="2400" b="1">
                <a:solidFill>
                  <a:srgbClr val="243B75"/>
                </a:solidFill>
                <a:latin typeface="Nimbus Sans"/>
                <a:ea typeface="Nimbus Sans"/>
                <a:cs typeface="Nimbus Sans"/>
              </a:defRPr>
            </a:pPr>
            <a:r>
              <a:rPr sz="2400" b="1">
                <a:solidFill>
                  <a:srgbClr val="243B75"/>
                </a:solidFill>
                <a:latin typeface="Nimbus Sans"/>
                <a:ea typeface="Nimbus Sans"/>
                <a:cs typeface="Nimbus Sans"/>
              </a:rPr>
              <a:t>Capable</a:t>
            </a:r>
          </a:p>
        </p:txBody>
      </p:sp>
      <p:sp>
        <p:nvSpPr>
          <p:cNvPr id="11" name="">
            <a:extLst xmlns:a="http://schemas.openxmlformats.org/drawingml/2006/main">
              <a:ext uri="{FF2B5EF4-FFF2-40B4-BE49-F238E27FC236}">
                <a16:creationId xmlns:a16="http://schemas.microsoft.com/office/drawing/2014/main" id="{CCA6ED46-8105-46C5-A55A-4807BEB4507C}"/>
              </a:ext>
            </a:extLst>
          </p:cNvPr>
          <p:cNvSpPr>
            <a:spLocks xmlns:a="http://schemas.openxmlformats.org/drawingml/2006/main" noGrp="1"/>
          </p:cNvSpPr>
          <p:nvPr/>
        </p:nvSpPr>
        <p:spPr>
          <a:xfrm xmlns:a="http://schemas.openxmlformats.org/drawingml/2006/main">
            <a:off x="3067050" y="371475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Name the measure</a:t>
            </a:r>
          </a:p>
        </p:txBody>
      </p:sp>
      <p:sp>
        <p:nvSpPr>
          <p:cNvPr id="12" name="">
            <a:extLst xmlns:a="http://schemas.openxmlformats.org/drawingml/2006/main">
              <a:ext uri="{FF2B5EF4-FFF2-40B4-BE49-F238E27FC236}">
                <a16:creationId xmlns:a16="http://schemas.microsoft.com/office/drawing/2014/main" id="{492D8536-D15A-4ED6-BED5-D6EAA3DC9043}"/>
              </a:ext>
            </a:extLst>
          </p:cNvPr>
          <p:cNvSpPr>
            <a:spLocks xmlns:a="http://schemas.openxmlformats.org/drawingml/2006/main" noGrp="1"/>
          </p:cNvSpPr>
          <p:nvPr/>
        </p:nvSpPr>
        <p:spPr>
          <a:xfrm xmlns:a="http://schemas.openxmlformats.org/drawingml/2006/main">
            <a:off x="5753100" y="37147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233D"/>
                </a:solidFill>
                <a:latin typeface="Nimbus Sans"/>
                <a:ea typeface="Nimbus Sans"/>
                <a:cs typeface="Nimbus Sans"/>
              </a:defRPr>
            </a:defPPr>
          </a:lstStyle>
          <a:p xmlns:a="http://schemas.openxmlformats.org/drawingml/2006/main">
            <a:pPr algn="l">
              <a:defRPr sz="2025" b="1">
                <a:solidFill>
                  <a:srgbClr val="17233D"/>
                </a:solidFill>
                <a:latin typeface="Nimbus Sans"/>
                <a:ea typeface="Nimbus Sans"/>
                <a:cs typeface="Nimbus Sans"/>
              </a:defRPr>
            </a:pPr>
            <a:r>
              <a:rPr sz="2025" b="1">
                <a:solidFill>
                  <a:srgbClr val="17233D"/>
                </a:solidFill>
                <a:latin typeface="Nimbus Sans"/>
                <a:ea typeface="Nimbus Sans"/>
                <a:cs typeface="Nimbus Sans"/>
              </a:rPr>
              <a:t>Average wait</a:t>
            </a:r>
          </a:p>
        </p:txBody>
      </p:sp>
      <p:sp>
        <p:nvSpPr>
          <p:cNvPr id="13" name="">
            <a:extLst xmlns:a="http://schemas.openxmlformats.org/drawingml/2006/main">
              <a:ext uri="{FF2B5EF4-FFF2-40B4-BE49-F238E27FC236}">
                <a16:creationId xmlns:a16="http://schemas.microsoft.com/office/drawing/2014/main" id="{6D1C562C-5B45-4F89-9E50-038B61BD47F8}"/>
              </a:ext>
            </a:extLst>
          </p:cNvPr>
          <p:cNvSpPr>
            <a:spLocks xmlns:a="http://schemas.openxmlformats.org/drawingml/2006/main" noGrp="1"/>
          </p:cNvSpPr>
          <p:nvPr/>
        </p:nvSpPr>
        <p:spPr>
          <a:xfrm xmlns:a="http://schemas.openxmlformats.org/drawingml/2006/main">
            <a:off x="5753100" y="41338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Rata-rata antre</a:t>
            </a:r>
          </a:p>
        </p:txBody>
      </p:sp>
      <p:sp>
        <p:nvSpPr>
          <p:cNvPr id="14" name="">
            <a:extLst xmlns:a="http://schemas.openxmlformats.org/drawingml/2006/main">
              <a:ext uri="{FF2B5EF4-FFF2-40B4-BE49-F238E27FC236}">
                <a16:creationId xmlns:a16="http://schemas.microsoft.com/office/drawing/2014/main" id="{18C5AE78-02D5-4237-9593-ACE65F56E8EE}"/>
              </a:ext>
            </a:extLst>
          </p:cNvPr>
          <p:cNvSpPr>
            <a:spLocks xmlns:a="http://schemas.openxmlformats.org/drawingml/2006/main" noGrp="1"/>
          </p:cNvSpPr>
          <p:nvPr/>
        </p:nvSpPr>
        <p:spPr>
          <a:xfrm xmlns:a="http://schemas.openxmlformats.org/drawingml/2006/main">
            <a:off x="685800" y="4667250"/>
            <a:ext cx="108204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EE9DE8F-F5CC-4B42-80CE-30F018BFFACC}"/>
              </a:ext>
            </a:extLst>
          </p:cNvPr>
          <p:cNvSpPr>
            <a:spLocks xmlns:a="http://schemas.openxmlformats.org/drawingml/2006/main" noGrp="1"/>
          </p:cNvSpPr>
          <p:nvPr/>
        </p:nvSpPr>
        <p:spPr>
          <a:xfrm xmlns:a="http://schemas.openxmlformats.org/drawingml/2006/main">
            <a:off x="685800" y="485775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243B75"/>
                </a:solidFill>
                <a:latin typeface="Nimbus Sans"/>
                <a:ea typeface="Nimbus Sans"/>
                <a:cs typeface="Nimbus Sans"/>
              </a:defRPr>
            </a:defPPr>
          </a:lstStyle>
          <a:p xmlns:a="http://schemas.openxmlformats.org/drawingml/2006/main">
            <a:pPr algn="l">
              <a:defRPr sz="2400" b="1">
                <a:solidFill>
                  <a:srgbClr val="243B75"/>
                </a:solidFill>
                <a:latin typeface="Nimbus Sans"/>
                <a:ea typeface="Nimbus Sans"/>
                <a:cs typeface="Nimbus Sans"/>
              </a:defRPr>
            </a:pPr>
            <a:r>
              <a:rPr sz="2400" b="1">
                <a:solidFill>
                  <a:srgbClr val="243B75"/>
                </a:solidFill>
                <a:latin typeface="Nimbus Sans"/>
                <a:ea typeface="Nimbus Sans"/>
                <a:cs typeface="Nimbus Sans"/>
              </a:rPr>
              <a:t>Approachable</a:t>
            </a:r>
          </a:p>
        </p:txBody>
      </p:sp>
      <p:sp>
        <p:nvSpPr>
          <p:cNvPr id="16" name="">
            <a:extLst xmlns:a="http://schemas.openxmlformats.org/drawingml/2006/main">
              <a:ext uri="{FF2B5EF4-FFF2-40B4-BE49-F238E27FC236}">
                <a16:creationId xmlns:a16="http://schemas.microsoft.com/office/drawing/2014/main" id="{CD64F8AB-4D46-4D6A-855D-D1AAC89345C6}"/>
              </a:ext>
            </a:extLst>
          </p:cNvPr>
          <p:cNvSpPr>
            <a:spLocks xmlns:a="http://schemas.openxmlformats.org/drawingml/2006/main" noGrp="1"/>
          </p:cNvSpPr>
          <p:nvPr/>
        </p:nvSpPr>
        <p:spPr>
          <a:xfrm xmlns:a="http://schemas.openxmlformats.org/drawingml/2006/main">
            <a:off x="3067050" y="485775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Confirm the result</a:t>
            </a:r>
          </a:p>
        </p:txBody>
      </p:sp>
      <p:sp>
        <p:nvSpPr>
          <p:cNvPr id="17" name="">
            <a:extLst xmlns:a="http://schemas.openxmlformats.org/drawingml/2006/main">
              <a:ext uri="{FF2B5EF4-FFF2-40B4-BE49-F238E27FC236}">
                <a16:creationId xmlns:a16="http://schemas.microsoft.com/office/drawing/2014/main" id="{7E725828-A94F-445C-94B5-54F509FC76BF}"/>
              </a:ext>
            </a:extLst>
          </p:cNvPr>
          <p:cNvSpPr>
            <a:spLocks xmlns:a="http://schemas.openxmlformats.org/drawingml/2006/main" noGrp="1"/>
          </p:cNvSpPr>
          <p:nvPr/>
        </p:nvSpPr>
        <p:spPr>
          <a:xfrm xmlns:a="http://schemas.openxmlformats.org/drawingml/2006/main">
            <a:off x="5753100" y="48577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233D"/>
                </a:solidFill>
                <a:latin typeface="Nimbus Sans"/>
                <a:ea typeface="Nimbus Sans"/>
                <a:cs typeface="Nimbus Sans"/>
              </a:defRPr>
            </a:defPPr>
          </a:lstStyle>
          <a:p xmlns:a="http://schemas.openxmlformats.org/drawingml/2006/main">
            <a:pPr algn="l">
              <a:defRPr sz="2025" b="1">
                <a:solidFill>
                  <a:srgbClr val="17233D"/>
                </a:solidFill>
                <a:latin typeface="Nimbus Sans"/>
                <a:ea typeface="Nimbus Sans"/>
                <a:cs typeface="Nimbus Sans"/>
              </a:defRPr>
            </a:pPr>
            <a:r>
              <a:rPr sz="2025" b="1">
                <a:solidFill>
                  <a:srgbClr val="17233D"/>
                </a:solidFill>
                <a:latin typeface="Nimbus Sans"/>
                <a:ea typeface="Nimbus Sans"/>
                <a:cs typeface="Nimbus Sans"/>
              </a:rPr>
              <a:t>Plan saved</a:t>
            </a:r>
          </a:p>
        </p:txBody>
      </p:sp>
      <p:sp>
        <p:nvSpPr>
          <p:cNvPr id="18" name="">
            <a:extLst xmlns:a="http://schemas.openxmlformats.org/drawingml/2006/main">
              <a:ext uri="{FF2B5EF4-FFF2-40B4-BE49-F238E27FC236}">
                <a16:creationId xmlns:a16="http://schemas.microsoft.com/office/drawing/2014/main" id="{E6EA09F3-659F-4E06-BBF6-6D34F24EADC1}"/>
              </a:ext>
            </a:extLst>
          </p:cNvPr>
          <p:cNvSpPr>
            <a:spLocks xmlns:a="http://schemas.openxmlformats.org/drawingml/2006/main" noGrp="1"/>
          </p:cNvSpPr>
          <p:nvPr/>
        </p:nvSpPr>
        <p:spPr>
          <a:xfrm xmlns:a="http://schemas.openxmlformats.org/drawingml/2006/main">
            <a:off x="5753100" y="52768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Rencana tersimpan</a:t>
            </a:r>
          </a:p>
        </p:txBody>
      </p:sp>
    </p:spTree>
    <p:extLst>
      <p:ext uri="{BB962C8B-B14F-4D97-AF65-F5344CB8AC3E}">
        <p14:creationId xmlns:p14="http://schemas.microsoft.com/office/powerpoint/2010/main" val="10084765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95CA4A-1604-4648-8C31-FC159AF58AAA}"/>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Primary logo</a:t>
            </a:r>
          </a:p>
        </p:txBody>
      </p:sp>
      <p:sp>
        <p:nvSpPr>
          <p:cNvPr id="2" name="">
            <a:extLst xmlns:a="http://schemas.openxmlformats.org/drawingml/2006/main">
              <a:ext uri="{FF2B5EF4-FFF2-40B4-BE49-F238E27FC236}">
                <a16:creationId xmlns:a16="http://schemas.microsoft.com/office/drawing/2014/main" id="{A6E475F0-A637-45BC-8F29-4455BA4C29C9}"/>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04</a:t>
            </a:r>
          </a:p>
        </p:txBody>
      </p:sp>
      <p:pic>
        <p:nvPicPr>
          <p:cNvPr id="3" name="">
            <a:extLst xmlns:a="http://schemas.openxmlformats.org/drawingml/2006/main">
              <a:ext uri="{FF2B5EF4-FFF2-40B4-BE49-F238E27FC236}">
                <a16:creationId xmlns:a16="http://schemas.microsoft.com/office/drawing/2014/main" id="{16344044-39C6-422B-B627-E34D515D7BBC}"/>
              </a:ext>
            </a:extLst>
          </p:cNvPr>
          <p:cNvPicPr>
            <a:picLocks xmlns:a="http://schemas.openxmlformats.org/drawingml/2006/main" noChangeAspect="1"/>
          </p:cNvPicPr>
          <p:nvPr/>
        </p:nvPicPr>
        <p:blipFill>
          <a:blip xmlns:r="http://schemas.openxmlformats.org/officeDocument/2006/relationships" xmlns:a="http://schemas.openxmlformats.org/drawingml/2006/main" r:embed="R47dbac2a37994b2f">
            <a:extLst>
              <a:ext uri="{96DAC541-7B7A-43D3-8B79-37D633B846F1}">
                <asvg:svgBlip xmlns:asvg="http://schemas.microsoft.com/office/drawing/2016/SVG/main" r:embed="Re0199c135b294c37"/>
              </a:ext>
            </a:extLst>
          </a:blip>
          <a:stretch xmlns:a="http://schemas.openxmlformats.org/drawingml/2006/main"/>
        </p:blipFill>
        <p:spPr>
          <a:xfrm xmlns:a="http://schemas.openxmlformats.org/drawingml/2006/main">
            <a:off x="1600200" y="2619375"/>
            <a:ext cx="9010650" cy="237844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81A06F1-974E-490A-9D8A-B8536FA32967}"/>
              </a:ext>
            </a:extLst>
          </p:cNvPr>
          <p:cNvSpPr>
            <a:spLocks xmlns:a="http://schemas.openxmlformats.org/drawingml/2006/main" noGrp="1"/>
          </p:cNvSpPr>
          <p:nvPr/>
        </p:nvSpPr>
        <p:spPr>
          <a:xfrm xmlns:a="http://schemas.openxmlformats.org/drawingml/2006/main">
            <a:off x="685800" y="536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The horizontal signature is the default for the application header, reports and brand communication.</a:t>
            </a:r>
          </a:p>
        </p:txBody>
      </p:sp>
    </p:spTree>
    <p:extLst>
      <p:ext uri="{BB962C8B-B14F-4D97-AF65-F5344CB8AC3E}">
        <p14:creationId xmlns:p14="http://schemas.microsoft.com/office/powerpoint/2010/main" val="10510973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5D2A79-3028-4FE4-8350-28C1CB6FDD9E}"/>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Logo rationale</a:t>
            </a:r>
          </a:p>
        </p:txBody>
      </p:sp>
      <p:sp>
        <p:nvSpPr>
          <p:cNvPr id="2" name="">
            <a:extLst xmlns:a="http://schemas.openxmlformats.org/drawingml/2006/main">
              <a:ext uri="{FF2B5EF4-FFF2-40B4-BE49-F238E27FC236}">
                <a16:creationId xmlns:a16="http://schemas.microsoft.com/office/drawing/2014/main" id="{0AAC9258-B7A8-4769-9A79-161C3C501F96}"/>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05</a:t>
            </a:r>
          </a:p>
        </p:txBody>
      </p:sp>
      <p:pic>
        <p:nvPicPr>
          <p:cNvPr id="3" name="">
            <a:extLst xmlns:a="http://schemas.openxmlformats.org/drawingml/2006/main">
              <a:ext uri="{FF2B5EF4-FFF2-40B4-BE49-F238E27FC236}">
                <a16:creationId xmlns:a16="http://schemas.microsoft.com/office/drawing/2014/main" id="{BD4661D9-EDFE-42ED-9225-B7922DD99384}"/>
              </a:ext>
            </a:extLst>
          </p:cNvPr>
          <p:cNvPicPr>
            <a:picLocks xmlns:a="http://schemas.openxmlformats.org/drawingml/2006/main" noChangeAspect="1"/>
          </p:cNvPicPr>
          <p:nvPr/>
        </p:nvPicPr>
        <p:blipFill>
          <a:blip xmlns:r="http://schemas.openxmlformats.org/officeDocument/2006/relationships" xmlns:a="http://schemas.openxmlformats.org/drawingml/2006/main" r:embed="R3172e4584a054a35">
            <a:extLst>
              <a:ext uri="{96DAC541-7B7A-43D3-8B79-37D633B846F1}">
                <asvg:svgBlip xmlns:asvg="http://schemas.microsoft.com/office/drawing/2016/SVG/main" r:embed="Rd7840a897b9945bb"/>
              </a:ext>
            </a:extLst>
          </a:blip>
          <a:stretch xmlns:a="http://schemas.openxmlformats.org/drawingml/2006/main"/>
        </p:blipFill>
        <p:spPr>
          <a:xfrm xmlns:a="http://schemas.openxmlformats.org/drawingml/2006/main">
            <a:off x="1066800" y="1962150"/>
            <a:ext cx="3619500" cy="3619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24D142-AA5C-4D4E-AE98-0C8BEFD627A7}"/>
              </a:ext>
            </a:extLst>
          </p:cNvPr>
          <p:cNvSpPr>
            <a:spLocks xmlns:a="http://schemas.openxmlformats.org/drawingml/2006/main" noGrp="1"/>
          </p:cNvSpPr>
          <p:nvPr/>
        </p:nvSpPr>
        <p:spPr>
          <a:xfrm xmlns:a="http://schemas.openxmlformats.org/drawingml/2006/main">
            <a:off x="6153150" y="20478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150" b="1">
                <a:solidFill>
                  <a:srgbClr val="17233D"/>
                </a:solidFill>
                <a:latin typeface="Nimbus Sans"/>
                <a:ea typeface="Nimbus Sans"/>
                <a:cs typeface="Nimbus Sans"/>
              </a:defRPr>
            </a:defPPr>
          </a:lstStyle>
          <a:p xmlns:a="http://schemas.openxmlformats.org/drawingml/2006/main">
            <a:pPr algn="l">
              <a:defRPr sz="3150" b="1">
                <a:solidFill>
                  <a:srgbClr val="17233D"/>
                </a:solidFill>
                <a:latin typeface="Nimbus Sans"/>
                <a:ea typeface="Nimbus Sans"/>
                <a:cs typeface="Nimbus Sans"/>
              </a:defRPr>
            </a:pPr>
            <a:r>
              <a:rPr sz="3150" b="1">
                <a:solidFill>
                  <a:srgbClr val="17233D"/>
                </a:solidFill>
                <a:latin typeface="Nimbus Sans"/>
                <a:ea typeface="Nimbus Sans"/>
                <a:cs typeface="Nimbus Sans"/>
              </a:rPr>
              <a:t>An L with an open corridor</a:t>
            </a:r>
          </a:p>
        </p:txBody>
      </p:sp>
      <p:sp>
        <p:nvSpPr>
          <p:cNvPr id="5" name="">
            <a:extLst xmlns:a="http://schemas.openxmlformats.org/drawingml/2006/main">
              <a:ext uri="{FF2B5EF4-FFF2-40B4-BE49-F238E27FC236}">
                <a16:creationId xmlns:a16="http://schemas.microsoft.com/office/drawing/2014/main" id="{AE3D1740-445A-4FE0-85FC-A02DAAB7CE78}"/>
              </a:ext>
            </a:extLst>
          </p:cNvPr>
          <p:cNvSpPr>
            <a:spLocks xmlns:a="http://schemas.openxmlformats.org/drawingml/2006/main" noGrp="1"/>
          </p:cNvSpPr>
          <p:nvPr/>
        </p:nvSpPr>
        <p:spPr>
          <a:xfrm xmlns:a="http://schemas.openxmlformats.org/drawingml/2006/main">
            <a:off x="6153150" y="326707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The navy path anchors the initial. The orange corner marks an opening, while the gap keeps the shape readable at small sizes.</a:t>
            </a:r>
          </a:p>
        </p:txBody>
      </p:sp>
      <p:sp>
        <p:nvSpPr>
          <p:cNvPr id="6" name="">
            <a:extLst xmlns:a="http://schemas.openxmlformats.org/drawingml/2006/main">
              <a:ext uri="{FF2B5EF4-FFF2-40B4-BE49-F238E27FC236}">
                <a16:creationId xmlns:a16="http://schemas.microsoft.com/office/drawing/2014/main" id="{AE869D28-A863-45D8-ACA0-786D800DE192}"/>
              </a:ext>
            </a:extLst>
          </p:cNvPr>
          <p:cNvSpPr>
            <a:spLocks xmlns:a="http://schemas.openxmlformats.org/drawingml/2006/main" noGrp="1"/>
          </p:cNvSpPr>
          <p:nvPr/>
        </p:nvSpPr>
        <p:spPr>
          <a:xfrm xmlns:a="http://schemas.openxmlformats.org/drawingml/2006/main">
            <a:off x="6153150" y="5162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43B75"/>
                </a:solidFill>
                <a:latin typeface="Nimbus Sans"/>
                <a:ea typeface="Nimbus Sans"/>
                <a:cs typeface="Nimbus Sans"/>
              </a:defRPr>
            </a:defPPr>
          </a:lstStyle>
          <a:p xmlns:a="http://schemas.openxmlformats.org/drawingml/2006/main">
            <a:pPr algn="l">
              <a:defRPr sz="2025" b="1">
                <a:solidFill>
                  <a:srgbClr val="243B75"/>
                </a:solidFill>
                <a:latin typeface="Nimbus Sans"/>
                <a:ea typeface="Nimbus Sans"/>
                <a:cs typeface="Nimbus Sans"/>
              </a:defRPr>
            </a:pPr>
            <a:r>
              <a:rPr sz="2025" b="1">
                <a:solidFill>
                  <a:srgbClr val="243B75"/>
                </a:solidFill>
                <a:latin typeface="Nimbus Sans"/>
                <a:ea typeface="Nimbus Sans"/>
                <a:cs typeface="Nimbus Sans"/>
              </a:rPr>
              <a:t>Simple silhouette</a:t>
            </a:r>
          </a:p>
        </p:txBody>
      </p:sp>
      <p:sp>
        <p:nvSpPr>
          <p:cNvPr id="7" name="">
            <a:extLst xmlns:a="http://schemas.openxmlformats.org/drawingml/2006/main">
              <a:ext uri="{FF2B5EF4-FFF2-40B4-BE49-F238E27FC236}">
                <a16:creationId xmlns:a16="http://schemas.microsoft.com/office/drawing/2014/main" id="{5798B01D-08E6-4C3E-9A23-3D710B45A159}"/>
              </a:ext>
            </a:extLst>
          </p:cNvPr>
          <p:cNvSpPr>
            <a:spLocks xmlns:a="http://schemas.openxmlformats.org/drawingml/2006/main" noGrp="1"/>
          </p:cNvSpPr>
          <p:nvPr/>
        </p:nvSpPr>
        <p:spPr>
          <a:xfrm xmlns:a="http://schemas.openxmlformats.org/drawingml/2006/main">
            <a:off x="6153150" y="56102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Two solid colours. No gradients or extra detail.</a:t>
            </a:r>
          </a:p>
        </p:txBody>
      </p:sp>
    </p:spTree>
    <p:extLst>
      <p:ext uri="{BB962C8B-B14F-4D97-AF65-F5344CB8AC3E}">
        <p14:creationId xmlns:p14="http://schemas.microsoft.com/office/powerpoint/2010/main" val="9838086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F5B0968-E2A7-47FA-9E62-BDDA71A00448}"/>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Logo variants</a:t>
            </a:r>
          </a:p>
        </p:txBody>
      </p:sp>
      <p:sp>
        <p:nvSpPr>
          <p:cNvPr id="2" name="">
            <a:extLst xmlns:a="http://schemas.openxmlformats.org/drawingml/2006/main">
              <a:ext uri="{FF2B5EF4-FFF2-40B4-BE49-F238E27FC236}">
                <a16:creationId xmlns:a16="http://schemas.microsoft.com/office/drawing/2014/main" id="{D80A554F-F0A7-40F8-A3FF-3C9B93A1B5E1}"/>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06</a:t>
            </a:r>
          </a:p>
        </p:txBody>
      </p:sp>
      <p:pic>
        <p:nvPicPr>
          <p:cNvPr id="3" name="">
            <a:extLst xmlns:a="http://schemas.openxmlformats.org/drawingml/2006/main">
              <a:ext uri="{FF2B5EF4-FFF2-40B4-BE49-F238E27FC236}">
                <a16:creationId xmlns:a16="http://schemas.microsoft.com/office/drawing/2014/main" id="{5A3259C5-CE4F-423A-98FC-33965730A602}"/>
              </a:ext>
            </a:extLst>
          </p:cNvPr>
          <p:cNvPicPr>
            <a:picLocks xmlns:a="http://schemas.openxmlformats.org/drawingml/2006/main" noChangeAspect="1"/>
          </p:cNvPicPr>
          <p:nvPr/>
        </p:nvPicPr>
        <p:blipFill>
          <a:blip xmlns:r="http://schemas.openxmlformats.org/officeDocument/2006/relationships" xmlns:a="http://schemas.openxmlformats.org/drawingml/2006/main" r:embed="R559e1c9b268f475f">
            <a:extLst>
              <a:ext uri="{96DAC541-7B7A-43D3-8B79-37D633B846F1}">
                <asvg:svgBlip xmlns:asvg="http://schemas.microsoft.com/office/drawing/2016/SVG/main" r:embed="R6d59ddf69392467f"/>
              </a:ext>
            </a:extLst>
          </a:blip>
          <a:stretch xmlns:a="http://schemas.openxmlformats.org/drawingml/2006/main"/>
        </p:blipFill>
        <p:spPr>
          <a:xfrm xmlns:a="http://schemas.openxmlformats.org/drawingml/2006/main">
            <a:off x="685800" y="2181225"/>
            <a:ext cx="4933950" cy="130236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FEA92F0-1C0E-47DB-8A42-29F385A37D05}"/>
              </a:ext>
            </a:extLst>
          </p:cNvPr>
          <p:cNvSpPr>
            <a:spLocks xmlns:a="http://schemas.openxmlformats.org/drawingml/2006/main" noGrp="1"/>
          </p:cNvSpPr>
          <p:nvPr/>
        </p:nvSpPr>
        <p:spPr>
          <a:xfrm xmlns:a="http://schemas.openxmlformats.org/drawingml/2006/main">
            <a:off x="685800" y="383857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Horizontal</a:t>
            </a:r>
          </a:p>
        </p:txBody>
      </p:sp>
      <p:pic>
        <p:nvPicPr>
          <p:cNvPr id="5" name="">
            <a:extLst xmlns:a="http://schemas.openxmlformats.org/drawingml/2006/main">
              <a:ext uri="{FF2B5EF4-FFF2-40B4-BE49-F238E27FC236}">
                <a16:creationId xmlns:a16="http://schemas.microsoft.com/office/drawing/2014/main" id="{B5F42E15-A4F4-4688-B3EC-EDE03D0CEC60}"/>
              </a:ext>
            </a:extLst>
          </p:cNvPr>
          <p:cNvPicPr>
            <a:picLocks xmlns:a="http://schemas.openxmlformats.org/drawingml/2006/main" noChangeAspect="1"/>
          </p:cNvPicPr>
          <p:nvPr/>
        </p:nvPicPr>
        <p:blipFill>
          <a:blip xmlns:r="http://schemas.openxmlformats.org/officeDocument/2006/relationships" xmlns:a="http://schemas.openxmlformats.org/drawingml/2006/main" r:embed="R229a48ac69a64ada">
            <a:extLst>
              <a:ext uri="{96DAC541-7B7A-43D3-8B79-37D633B846F1}">
                <asvg:svgBlip xmlns:asvg="http://schemas.microsoft.com/office/drawing/2016/SVG/main" r:embed="Ra6fa81beab0c4fde"/>
              </a:ext>
            </a:extLst>
          </a:blip>
          <a:stretch xmlns:a="http://schemas.openxmlformats.org/drawingml/2006/main"/>
        </p:blipFill>
        <p:spPr>
          <a:xfrm xmlns:a="http://schemas.openxmlformats.org/drawingml/2006/main">
            <a:off x="7667625" y="1733550"/>
            <a:ext cx="2571750" cy="183696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E8CAAE9-8BAF-4549-BC65-619EBF9066BE}"/>
              </a:ext>
            </a:extLst>
          </p:cNvPr>
          <p:cNvSpPr>
            <a:spLocks xmlns:a="http://schemas.openxmlformats.org/drawingml/2006/main" noGrp="1"/>
          </p:cNvSpPr>
          <p:nvPr/>
        </p:nvSpPr>
        <p:spPr>
          <a:xfrm xmlns:a="http://schemas.openxmlformats.org/drawingml/2006/main">
            <a:off x="7315200" y="38385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Stacked</a:t>
            </a:r>
          </a:p>
        </p:txBody>
      </p:sp>
      <p:sp>
        <p:nvSpPr>
          <p:cNvPr id="7" name="">
            <a:extLst xmlns:a="http://schemas.openxmlformats.org/drawingml/2006/main">
              <a:ext uri="{FF2B5EF4-FFF2-40B4-BE49-F238E27FC236}">
                <a16:creationId xmlns:a16="http://schemas.microsoft.com/office/drawing/2014/main" id="{41B4B423-2F4B-4030-9025-0BBDAC084624}"/>
              </a:ext>
            </a:extLst>
          </p:cNvPr>
          <p:cNvSpPr>
            <a:spLocks xmlns:a="http://schemas.openxmlformats.org/drawingml/2006/main" noGrp="1"/>
          </p:cNvSpPr>
          <p:nvPr/>
        </p:nvSpPr>
        <p:spPr>
          <a:xfrm xmlns:a="http://schemas.openxmlformats.org/drawingml/2006/main">
            <a:off x="685800" y="4457700"/>
            <a:ext cx="108204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76C245A1-19C6-4EA6-8ECA-6BEADF1ED284}"/>
              </a:ext>
            </a:extLst>
          </p:cNvPr>
          <p:cNvPicPr>
            <a:picLocks xmlns:a="http://schemas.openxmlformats.org/drawingml/2006/main" noChangeAspect="1"/>
          </p:cNvPicPr>
          <p:nvPr/>
        </p:nvPicPr>
        <p:blipFill>
          <a:blip xmlns:r="http://schemas.openxmlformats.org/officeDocument/2006/relationships" xmlns:a="http://schemas.openxmlformats.org/drawingml/2006/main" r:embed="Raab6a311c24b4718">
            <a:extLst>
              <a:ext uri="{96DAC541-7B7A-43D3-8B79-37D633B846F1}">
                <asvg:svgBlip xmlns:asvg="http://schemas.microsoft.com/office/drawing/2016/SVG/main" r:embed="R4ad0db366a5f4d50"/>
              </a:ext>
            </a:extLst>
          </a:blip>
          <a:stretch xmlns:a="http://schemas.openxmlformats.org/drawingml/2006/main"/>
        </p:blipFill>
        <p:spPr>
          <a:xfrm xmlns:a="http://schemas.openxmlformats.org/drawingml/2006/main">
            <a:off x="685800" y="4857750"/>
            <a:ext cx="1123950" cy="1123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513FBFD-738B-4EC2-A8A3-D4D50C6EF620}"/>
              </a:ext>
            </a:extLst>
          </p:cNvPr>
          <p:cNvSpPr>
            <a:spLocks xmlns:a="http://schemas.openxmlformats.org/drawingml/2006/main" noGrp="1"/>
          </p:cNvSpPr>
          <p:nvPr/>
        </p:nvSpPr>
        <p:spPr>
          <a:xfrm xmlns:a="http://schemas.openxmlformats.org/drawingml/2006/main">
            <a:off x="2124075" y="52197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Symbol</a:t>
            </a:r>
          </a:p>
        </p:txBody>
      </p:sp>
      <p:pic>
        <p:nvPicPr>
          <p:cNvPr id="10" name="">
            <a:extLst xmlns:a="http://schemas.openxmlformats.org/drawingml/2006/main">
              <a:ext uri="{FF2B5EF4-FFF2-40B4-BE49-F238E27FC236}">
                <a16:creationId xmlns:a16="http://schemas.microsoft.com/office/drawing/2014/main" id="{9A81A9BC-3215-4FBA-8060-893470FD54A0}"/>
              </a:ext>
            </a:extLst>
          </p:cNvPr>
          <p:cNvPicPr>
            <a:picLocks xmlns:a="http://schemas.openxmlformats.org/drawingml/2006/main" noChangeAspect="1"/>
          </p:cNvPicPr>
          <p:nvPr/>
        </p:nvPicPr>
        <p:blipFill>
          <a:blip xmlns:r="http://schemas.openxmlformats.org/officeDocument/2006/relationships" xmlns:a="http://schemas.openxmlformats.org/drawingml/2006/main" r:embed="R735251f1c12f4a3e">
            <a:extLst>
              <a:ext uri="{96DAC541-7B7A-43D3-8B79-37D633B846F1}">
                <asvg:svgBlip xmlns:asvg="http://schemas.microsoft.com/office/drawing/2016/SVG/main" r:embed="R15d0b928b80b4737"/>
              </a:ext>
            </a:extLst>
          </a:blip>
          <a:stretch xmlns:a="http://schemas.openxmlformats.org/drawingml/2006/main"/>
        </p:blipFill>
        <p:spPr>
          <a:xfrm xmlns:a="http://schemas.openxmlformats.org/drawingml/2006/main">
            <a:off x="4286250" y="5029200"/>
            <a:ext cx="2905125" cy="76683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7C65473-59FA-46C7-864E-358BAF4E8A8D}"/>
              </a:ext>
            </a:extLst>
          </p:cNvPr>
          <p:cNvSpPr>
            <a:spLocks xmlns:a="http://schemas.openxmlformats.org/drawingml/2006/main" noGrp="1"/>
          </p:cNvSpPr>
          <p:nvPr/>
        </p:nvSpPr>
        <p:spPr>
          <a:xfrm xmlns:a="http://schemas.openxmlformats.org/drawingml/2006/main">
            <a:off x="4286250" y="5895975"/>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17233D"/>
                </a:solidFill>
                <a:latin typeface="Nimbus Sans"/>
                <a:ea typeface="Nimbus Sans"/>
                <a:cs typeface="Nimbus Sans"/>
              </a:defRPr>
            </a:defPPr>
          </a:lstStyle>
          <a:p xmlns:a="http://schemas.openxmlformats.org/drawingml/2006/main">
            <a:pPr algn="l">
              <a:defRPr sz="1800" b="1">
                <a:solidFill>
                  <a:srgbClr val="17233D"/>
                </a:solidFill>
                <a:latin typeface="Nimbus Sans"/>
                <a:ea typeface="Nimbus Sans"/>
                <a:cs typeface="Nimbus Sans"/>
              </a:defRPr>
            </a:pPr>
            <a:r>
              <a:rPr sz="1800" b="1">
                <a:solidFill>
                  <a:srgbClr val="17233D"/>
                </a:solidFill>
                <a:latin typeface="Nimbus Sans"/>
                <a:ea typeface="Nimbus Sans"/>
                <a:cs typeface="Nimbus Sans"/>
              </a:rPr>
              <a:t>Monochrome</a:t>
            </a:r>
          </a:p>
        </p:txBody>
      </p:sp>
      <p:sp>
        <p:nvSpPr>
          <p:cNvPr id="12" name="">
            <a:extLst xmlns:a="http://schemas.openxmlformats.org/drawingml/2006/main">
              <a:ext uri="{FF2B5EF4-FFF2-40B4-BE49-F238E27FC236}">
                <a16:creationId xmlns:a16="http://schemas.microsoft.com/office/drawing/2014/main" id="{527F2B61-BC51-467B-B756-BB6112DAD85C}"/>
              </a:ext>
            </a:extLst>
          </p:cNvPr>
          <p:cNvSpPr>
            <a:spLocks xmlns:a="http://schemas.openxmlformats.org/drawingml/2006/main" noGrp="1"/>
          </p:cNvSpPr>
          <p:nvPr/>
        </p:nvSpPr>
        <p:spPr>
          <a:xfrm xmlns:a="http://schemas.openxmlformats.org/drawingml/2006/main">
            <a:off x="7810500" y="4762500"/>
            <a:ext cx="3695700" cy="1362075"/>
          </a:xfrm>
          <a:prstGeom xmlns:a="http://schemas.openxmlformats.org/drawingml/2006/main" prst="rect">
            <a:avLst/>
          </a:prstGeom>
          <a:solidFill xmlns:a="http://schemas.openxmlformats.org/drawingml/2006/main">
            <a:srgbClr val="243B75"/>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DEC4DD35-E34C-439B-BB5A-3D0EDE86EC82}"/>
              </a:ext>
            </a:extLst>
          </p:cNvPr>
          <p:cNvPicPr>
            <a:picLocks xmlns:a="http://schemas.openxmlformats.org/drawingml/2006/main" noChangeAspect="1"/>
          </p:cNvPicPr>
          <p:nvPr/>
        </p:nvPicPr>
        <p:blipFill>
          <a:blip xmlns:r="http://schemas.openxmlformats.org/officeDocument/2006/relationships" xmlns:a="http://schemas.openxmlformats.org/drawingml/2006/main" r:embed="R235609d5f7884cc6">
            <a:extLst>
              <a:ext uri="{96DAC541-7B7A-43D3-8B79-37D633B846F1}">
                <asvg:svgBlip xmlns:asvg="http://schemas.microsoft.com/office/drawing/2016/SVG/main" r:embed="R9359c02f33044eba"/>
              </a:ext>
            </a:extLst>
          </a:blip>
          <a:stretch xmlns:a="http://schemas.openxmlformats.org/drawingml/2006/main"/>
        </p:blipFill>
        <p:spPr>
          <a:xfrm xmlns:a="http://schemas.openxmlformats.org/drawingml/2006/main">
            <a:off x="8105775" y="5029200"/>
            <a:ext cx="3105150" cy="819634"/>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F96C428-BF63-43EB-BE24-855F22E4FFC3}"/>
              </a:ext>
            </a:extLst>
          </p:cNvPr>
          <p:cNvSpPr>
            <a:spLocks xmlns:a="http://schemas.openxmlformats.org/drawingml/2006/main" noGrp="1"/>
          </p:cNvSpPr>
          <p:nvPr/>
        </p:nvSpPr>
        <p:spPr>
          <a:xfrm xmlns:a="http://schemas.openxmlformats.org/drawingml/2006/main">
            <a:off x="8020050" y="62103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667085"/>
                </a:solidFill>
                <a:latin typeface="Nimbus Sans"/>
                <a:ea typeface="Nimbus Sans"/>
                <a:cs typeface="Nimbus Sans"/>
              </a:defRPr>
            </a:defPPr>
          </a:lstStyle>
          <a:p xmlns:a="http://schemas.openxmlformats.org/drawingml/2006/main">
            <a:pPr algn="l">
              <a:defRPr sz="1575" b="0">
                <a:solidFill>
                  <a:srgbClr val="667085"/>
                </a:solidFill>
                <a:latin typeface="Nimbus Sans"/>
                <a:ea typeface="Nimbus Sans"/>
                <a:cs typeface="Nimbus Sans"/>
              </a:defRPr>
            </a:pPr>
            <a:r>
              <a:rPr sz="1575" b="0">
                <a:solidFill>
                  <a:srgbClr val="667085"/>
                </a:solidFill>
                <a:latin typeface="Nimbus Sans"/>
                <a:ea typeface="Nimbus Sans"/>
                <a:cs typeface="Nimbus Sans"/>
              </a:rPr>
              <a:t>White reverse</a:t>
            </a:r>
          </a:p>
        </p:txBody>
      </p:sp>
    </p:spTree>
    <p:extLst>
      <p:ext uri="{BB962C8B-B14F-4D97-AF65-F5344CB8AC3E}">
        <p14:creationId xmlns:p14="http://schemas.microsoft.com/office/powerpoint/2010/main" val="10951878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CECDD5-DE32-4760-89E8-6184F37F2315}"/>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Clear space and minimum size</a:t>
            </a:r>
          </a:p>
        </p:txBody>
      </p:sp>
      <p:sp>
        <p:nvSpPr>
          <p:cNvPr id="2" name="">
            <a:extLst xmlns:a="http://schemas.openxmlformats.org/drawingml/2006/main">
              <a:ext uri="{FF2B5EF4-FFF2-40B4-BE49-F238E27FC236}">
                <a16:creationId xmlns:a16="http://schemas.microsoft.com/office/drawing/2014/main" id="{774E779F-41BF-4860-B805-5304E431EC89}"/>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07</a:t>
            </a:r>
          </a:p>
        </p:txBody>
      </p:sp>
      <p:sp>
        <p:nvSpPr>
          <p:cNvPr id="3" name="">
            <a:extLst xmlns:a="http://schemas.openxmlformats.org/drawingml/2006/main">
              <a:ext uri="{FF2B5EF4-FFF2-40B4-BE49-F238E27FC236}">
                <a16:creationId xmlns:a16="http://schemas.microsoft.com/office/drawing/2014/main" id="{37655331-B306-4DE5-9670-CB460132CB4F}"/>
              </a:ext>
            </a:extLst>
          </p:cNvPr>
          <p:cNvSpPr>
            <a:spLocks xmlns:a="http://schemas.openxmlformats.org/drawingml/2006/main" noGrp="1"/>
          </p:cNvSpPr>
          <p:nvPr/>
        </p:nvSpPr>
        <p:spPr>
          <a:xfrm xmlns:a="http://schemas.openxmlformats.org/drawingml/2006/main">
            <a:off x="685800" y="1600200"/>
            <a:ext cx="4095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x is 14 units on the 104-unit symbol canvas. Keep at least x of empty space around every signature.</a:t>
            </a:r>
          </a:p>
        </p:txBody>
      </p:sp>
      <p:sp>
        <p:nvSpPr>
          <p:cNvPr id="4" name="">
            <a:extLst xmlns:a="http://schemas.openxmlformats.org/drawingml/2006/main">
              <a:ext uri="{FF2B5EF4-FFF2-40B4-BE49-F238E27FC236}">
                <a16:creationId xmlns:a16="http://schemas.microsoft.com/office/drawing/2014/main" id="{217219F5-9804-41B2-8B61-3F740EF862FC}"/>
              </a:ext>
            </a:extLst>
          </p:cNvPr>
          <p:cNvSpPr>
            <a:spLocks xmlns:a="http://schemas.openxmlformats.org/drawingml/2006/main" noGrp="1"/>
          </p:cNvSpPr>
          <p:nvPr/>
        </p:nvSpPr>
        <p:spPr>
          <a:xfrm xmlns:a="http://schemas.openxmlformats.org/drawingml/2006/main">
            <a:off x="6153150" y="2143125"/>
            <a:ext cx="4610100" cy="1943100"/>
          </a:xfrm>
          <a:prstGeom xmlns:a="http://schemas.openxmlformats.org/drawingml/2006/main" prst="rect">
            <a:avLst/>
          </a:prstGeom>
          <a:noFill xmlns:a="http://schemas.openxmlformats.org/drawingml/2006/main"/>
          <a:ln xmlns:a="http://schemas.openxmlformats.org/drawingml/2006/main" w="19050">
            <a:solidFill>
              <a:srgbClr val="ADB9D3"/>
            </a:solidFill>
            <a:prstDash val="solid"/>
          </a:ln>
        </p:spPr>
      </p:sp>
      <p:pic>
        <p:nvPicPr>
          <p:cNvPr id="5" name="">
            <a:extLst xmlns:a="http://schemas.openxmlformats.org/drawingml/2006/main">
              <a:ext uri="{FF2B5EF4-FFF2-40B4-BE49-F238E27FC236}">
                <a16:creationId xmlns:a16="http://schemas.microsoft.com/office/drawing/2014/main" id="{DE2E7BCE-5261-4C69-8D61-DF4B3073E597}"/>
              </a:ext>
            </a:extLst>
          </p:cNvPr>
          <p:cNvPicPr>
            <a:picLocks xmlns:a="http://schemas.openxmlformats.org/drawingml/2006/main" noChangeAspect="1"/>
          </p:cNvPicPr>
          <p:nvPr/>
        </p:nvPicPr>
        <p:blipFill>
          <a:blip xmlns:r="http://schemas.openxmlformats.org/officeDocument/2006/relationships" xmlns:a="http://schemas.openxmlformats.org/drawingml/2006/main" r:embed="R8248c777d0254022">
            <a:extLst>
              <a:ext uri="{96DAC541-7B7A-43D3-8B79-37D633B846F1}">
                <asvg:svgBlip xmlns:asvg="http://schemas.microsoft.com/office/drawing/2016/SVG/main" r:embed="R9ce0388543524119"/>
              </a:ext>
            </a:extLst>
          </a:blip>
          <a:stretch xmlns:a="http://schemas.openxmlformats.org/drawingml/2006/main"/>
        </p:blipFill>
        <p:spPr>
          <a:xfrm xmlns:a="http://schemas.openxmlformats.org/drawingml/2006/main">
            <a:off x="6486525" y="2476500"/>
            <a:ext cx="3943350" cy="104088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5DEEDF-4F51-4560-8E5A-31D7FF95AC6B}"/>
              </a:ext>
            </a:extLst>
          </p:cNvPr>
          <p:cNvSpPr>
            <a:spLocks xmlns:a="http://schemas.openxmlformats.org/drawingml/2006/main" noGrp="1"/>
          </p:cNvSpPr>
          <p:nvPr/>
        </p:nvSpPr>
        <p:spPr>
          <a:xfrm xmlns:a="http://schemas.openxmlformats.org/drawingml/2006/main">
            <a:off x="5400675" y="25431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F47B20"/>
                </a:solidFill>
                <a:latin typeface="Nimbus Sans"/>
                <a:ea typeface="Nimbus Sans"/>
                <a:cs typeface="Nimbus Sans"/>
              </a:defRPr>
            </a:defPPr>
          </a:lstStyle>
          <a:p xmlns:a="http://schemas.openxmlformats.org/drawingml/2006/main">
            <a:pPr algn="l">
              <a:defRPr sz="1575" b="1">
                <a:solidFill>
                  <a:srgbClr val="F47B20"/>
                </a:solidFill>
                <a:latin typeface="Nimbus Sans"/>
                <a:ea typeface="Nimbus Sans"/>
                <a:cs typeface="Nimbus Sans"/>
              </a:defRPr>
            </a:pPr>
            <a:r>
              <a:rPr sz="1575" b="1">
                <a:solidFill>
                  <a:srgbClr val="F47B20"/>
                </a:solidFill>
                <a:latin typeface="Nimbus Sans"/>
                <a:ea typeface="Nimbus Sans"/>
                <a:cs typeface="Nimbus Sans"/>
              </a:rPr>
              <a:t>min. x</a:t>
            </a:r>
          </a:p>
        </p:txBody>
      </p:sp>
      <p:sp>
        <p:nvSpPr>
          <p:cNvPr id="7" name="">
            <a:extLst xmlns:a="http://schemas.openxmlformats.org/drawingml/2006/main">
              <a:ext uri="{FF2B5EF4-FFF2-40B4-BE49-F238E27FC236}">
                <a16:creationId xmlns:a16="http://schemas.microsoft.com/office/drawing/2014/main" id="{88B0536B-45CE-4B1F-B57B-62C079E1B9B7}"/>
              </a:ext>
            </a:extLst>
          </p:cNvPr>
          <p:cNvSpPr>
            <a:spLocks xmlns:a="http://schemas.openxmlformats.org/drawingml/2006/main" noGrp="1"/>
          </p:cNvSpPr>
          <p:nvPr/>
        </p:nvSpPr>
        <p:spPr>
          <a:xfrm xmlns:a="http://schemas.openxmlformats.org/drawingml/2006/main">
            <a:off x="10106025" y="4181475"/>
            <a:ext cx="704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F47B20"/>
                </a:solidFill>
                <a:latin typeface="Nimbus Sans"/>
                <a:ea typeface="Nimbus Sans"/>
                <a:cs typeface="Nimbus Sans"/>
              </a:defRPr>
            </a:defPPr>
          </a:lstStyle>
          <a:p xmlns:a="http://schemas.openxmlformats.org/drawingml/2006/main">
            <a:pPr algn="l">
              <a:defRPr sz="1575" b="1">
                <a:solidFill>
                  <a:srgbClr val="F47B20"/>
                </a:solidFill>
                <a:latin typeface="Nimbus Sans"/>
                <a:ea typeface="Nimbus Sans"/>
                <a:cs typeface="Nimbus Sans"/>
              </a:defRPr>
            </a:pPr>
            <a:r>
              <a:rPr sz="1575" b="1">
                <a:solidFill>
                  <a:srgbClr val="F47B20"/>
                </a:solidFill>
                <a:latin typeface="Nimbus Sans"/>
                <a:ea typeface="Nimbus Sans"/>
                <a:cs typeface="Nimbus Sans"/>
              </a:rPr>
              <a:t>min. x</a:t>
            </a:r>
          </a:p>
        </p:txBody>
      </p:sp>
      <p:sp>
        <p:nvSpPr>
          <p:cNvPr id="8" name="">
            <a:extLst xmlns:a="http://schemas.openxmlformats.org/drawingml/2006/main">
              <a:ext uri="{FF2B5EF4-FFF2-40B4-BE49-F238E27FC236}">
                <a16:creationId xmlns:a16="http://schemas.microsoft.com/office/drawing/2014/main" id="{599D616F-0528-4755-920F-047AC66B1CDA}"/>
              </a:ext>
            </a:extLst>
          </p:cNvPr>
          <p:cNvSpPr>
            <a:spLocks xmlns:a="http://schemas.openxmlformats.org/drawingml/2006/main" noGrp="1"/>
          </p:cNvSpPr>
          <p:nvPr/>
        </p:nvSpPr>
        <p:spPr>
          <a:xfrm xmlns:a="http://schemas.openxmlformats.org/drawingml/2006/main">
            <a:off x="6162675" y="4448175"/>
            <a:ext cx="481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67085"/>
                </a:solidFill>
                <a:latin typeface="Nimbus Sans"/>
                <a:ea typeface="Nimbus Sans"/>
                <a:cs typeface="Nimbus Sans"/>
              </a:defRPr>
            </a:defPPr>
          </a:lstStyle>
          <a:p xmlns:a="http://schemas.openxmlformats.org/drawingml/2006/main">
            <a:pPr algn="l">
              <a:defRPr sz="1650" b="0">
                <a:solidFill>
                  <a:srgbClr val="667085"/>
                </a:solidFill>
                <a:latin typeface="Nimbus Sans"/>
                <a:ea typeface="Nimbus Sans"/>
                <a:cs typeface="Nimbus Sans"/>
              </a:defRPr>
            </a:pPr>
            <a:r>
              <a:rPr sz="1650" b="0">
                <a:solidFill>
                  <a:srgbClr val="667085"/>
                </a:solidFill>
                <a:latin typeface="Nimbus Sans"/>
                <a:ea typeface="Nimbus Sans"/>
                <a:cs typeface="Nimbus Sans"/>
              </a:rPr>
              <a:t>Clear-space boundary</a:t>
            </a:r>
          </a:p>
        </p:txBody>
      </p:sp>
      <p:sp>
        <p:nvSpPr>
          <p:cNvPr id="9" name="">
            <a:extLst xmlns:a="http://schemas.openxmlformats.org/drawingml/2006/main">
              <a:ext uri="{FF2B5EF4-FFF2-40B4-BE49-F238E27FC236}">
                <a16:creationId xmlns:a16="http://schemas.microsoft.com/office/drawing/2014/main" id="{C576F9CD-4943-4A2C-9240-86FAB8D0B023}"/>
              </a:ext>
            </a:extLst>
          </p:cNvPr>
          <p:cNvSpPr>
            <a:spLocks xmlns:a="http://schemas.openxmlformats.org/drawingml/2006/main" noGrp="1"/>
          </p:cNvSpPr>
          <p:nvPr/>
        </p:nvSpPr>
        <p:spPr>
          <a:xfrm xmlns:a="http://schemas.openxmlformats.org/drawingml/2006/main">
            <a:off x="685800" y="5095875"/>
            <a:ext cx="108204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90D8AC76-9E68-4EFD-901C-26028A48DA7B}"/>
              </a:ext>
            </a:extLst>
          </p:cNvPr>
          <p:cNvPicPr>
            <a:picLocks xmlns:a="http://schemas.openxmlformats.org/drawingml/2006/main" noChangeAspect="1"/>
          </p:cNvPicPr>
          <p:nvPr/>
        </p:nvPicPr>
        <p:blipFill>
          <a:blip xmlns:r="http://schemas.openxmlformats.org/officeDocument/2006/relationships" xmlns:a="http://schemas.openxmlformats.org/drawingml/2006/main" r:embed="Raa97e50a0a2b42e4">
            <a:extLst>
              <a:ext uri="{96DAC541-7B7A-43D3-8B79-37D633B846F1}">
                <asvg:svgBlip xmlns:asvg="http://schemas.microsoft.com/office/drawing/2016/SVG/main" r:embed="R58064992277a4d94"/>
              </a:ext>
            </a:extLst>
          </a:blip>
          <a:stretch xmlns:a="http://schemas.openxmlformats.org/drawingml/2006/main"/>
        </p:blipFill>
        <p:spPr>
          <a:xfrm xmlns:a="http://schemas.openxmlformats.org/drawingml/2006/main">
            <a:off x="685800" y="5391150"/>
            <a:ext cx="1219200" cy="321819"/>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EE72D50-3055-4A1B-91A9-FE883D9CB840}"/>
              </a:ext>
            </a:extLst>
          </p:cNvPr>
          <p:cNvSpPr>
            <a:spLocks xmlns:a="http://schemas.openxmlformats.org/drawingml/2006/main" noGrp="1"/>
          </p:cNvSpPr>
          <p:nvPr/>
        </p:nvSpPr>
        <p:spPr>
          <a:xfrm xmlns:a="http://schemas.openxmlformats.org/drawingml/2006/main">
            <a:off x="2152650" y="549592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128 px horizontal</a:t>
            </a:r>
          </a:p>
        </p:txBody>
      </p:sp>
      <p:pic>
        <p:nvPicPr>
          <p:cNvPr id="12" name="">
            <a:extLst xmlns:a="http://schemas.openxmlformats.org/drawingml/2006/main">
              <a:ext uri="{FF2B5EF4-FFF2-40B4-BE49-F238E27FC236}">
                <a16:creationId xmlns:a16="http://schemas.microsoft.com/office/drawing/2014/main" id="{1589FF91-0004-482D-96E7-85F91BEA739B}"/>
              </a:ext>
            </a:extLst>
          </p:cNvPr>
          <p:cNvPicPr>
            <a:picLocks xmlns:a="http://schemas.openxmlformats.org/drawingml/2006/main" noChangeAspect="1"/>
          </p:cNvPicPr>
          <p:nvPr/>
        </p:nvPicPr>
        <p:blipFill>
          <a:blip xmlns:r="http://schemas.openxmlformats.org/officeDocument/2006/relationships" xmlns:a="http://schemas.openxmlformats.org/drawingml/2006/main" r:embed="R51a129d154504101">
            <a:extLst>
              <a:ext uri="{96DAC541-7B7A-43D3-8B79-37D633B846F1}">
                <asvg:svgBlip xmlns:asvg="http://schemas.microsoft.com/office/drawing/2016/SVG/main" r:embed="R04e94e0ba2ed47d9"/>
              </a:ext>
            </a:extLst>
          </a:blip>
          <a:stretch xmlns:a="http://schemas.openxmlformats.org/drawingml/2006/main"/>
        </p:blipFill>
        <p:spPr>
          <a:xfrm xmlns:a="http://schemas.openxmlformats.org/drawingml/2006/main">
            <a:off x="6296025" y="5448300"/>
            <a:ext cx="228600" cy="2286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A669DB6-8409-40F1-A18E-21CCFB18DE0C}"/>
              </a:ext>
            </a:extLst>
          </p:cNvPr>
          <p:cNvSpPr>
            <a:spLocks xmlns:a="http://schemas.openxmlformats.org/drawingml/2006/main" noGrp="1"/>
          </p:cNvSpPr>
          <p:nvPr/>
        </p:nvSpPr>
        <p:spPr>
          <a:xfrm xmlns:a="http://schemas.openxmlformats.org/drawingml/2006/main">
            <a:off x="6772275" y="54959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24 px symbol</a:t>
            </a:r>
          </a:p>
        </p:txBody>
      </p:sp>
      <p:sp>
        <p:nvSpPr>
          <p:cNvPr id="14" name="">
            <a:extLst xmlns:a="http://schemas.openxmlformats.org/drawingml/2006/main">
              <a:ext uri="{FF2B5EF4-FFF2-40B4-BE49-F238E27FC236}">
                <a16:creationId xmlns:a16="http://schemas.microsoft.com/office/drawing/2014/main" id="{C5815213-3980-4A9F-8255-CA03B9397786}"/>
              </a:ext>
            </a:extLst>
          </p:cNvPr>
          <p:cNvSpPr>
            <a:spLocks xmlns:a="http://schemas.openxmlformats.org/drawingml/2006/main" noGrp="1"/>
          </p:cNvSpPr>
          <p:nvPr/>
        </p:nvSpPr>
        <p:spPr>
          <a:xfrm xmlns:a="http://schemas.openxmlformats.org/drawingml/2006/main">
            <a:off x="685800" y="60674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67085"/>
                </a:solidFill>
                <a:latin typeface="Nimbus Sans"/>
                <a:ea typeface="Nimbus Sans"/>
                <a:cs typeface="Nimbus Sans"/>
              </a:defRPr>
            </a:defPPr>
          </a:lstStyle>
          <a:p xmlns:a="http://schemas.openxmlformats.org/drawingml/2006/main">
            <a:pPr algn="l">
              <a:defRPr sz="1650" b="0">
                <a:solidFill>
                  <a:srgbClr val="667085"/>
                </a:solidFill>
                <a:latin typeface="Nimbus Sans"/>
                <a:ea typeface="Nimbus Sans"/>
                <a:cs typeface="Nimbus Sans"/>
              </a:defRPr>
            </a:pPr>
            <a:r>
              <a:rPr sz="1650" b="0">
                <a:solidFill>
                  <a:srgbClr val="667085"/>
                </a:solidFill>
                <a:latin typeface="Nimbus Sans"/>
                <a:ea typeface="Nimbus Sans"/>
                <a:cs typeface="Nimbus Sans"/>
              </a:rPr>
              <a:t>Print: horizontal 28 mm minimum. Browser favicons are supplied at 16 and 32 px.</a:t>
            </a:r>
          </a:p>
        </p:txBody>
      </p:sp>
    </p:spTree>
    <p:extLst>
      <p:ext uri="{BB962C8B-B14F-4D97-AF65-F5344CB8AC3E}">
        <p14:creationId xmlns:p14="http://schemas.microsoft.com/office/powerpoint/2010/main" val="17531054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22E013-3642-44EC-B59F-2CDA2D6BFF7A}"/>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Background usage</a:t>
            </a:r>
          </a:p>
        </p:txBody>
      </p:sp>
      <p:sp>
        <p:nvSpPr>
          <p:cNvPr id="2" name="">
            <a:extLst xmlns:a="http://schemas.openxmlformats.org/drawingml/2006/main">
              <a:ext uri="{FF2B5EF4-FFF2-40B4-BE49-F238E27FC236}">
                <a16:creationId xmlns:a16="http://schemas.microsoft.com/office/drawing/2014/main" id="{DFFA1F1C-C8C8-415A-9A93-0A87DCC224F0}"/>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08</a:t>
            </a:r>
          </a:p>
        </p:txBody>
      </p:sp>
      <p:sp>
        <p:nvSpPr>
          <p:cNvPr id="3" name="">
            <a:extLst xmlns:a="http://schemas.openxmlformats.org/drawingml/2006/main">
              <a:ext uri="{FF2B5EF4-FFF2-40B4-BE49-F238E27FC236}">
                <a16:creationId xmlns:a16="http://schemas.microsoft.com/office/drawing/2014/main" id="{82625986-5691-4D69-BF79-DA40BCA624D8}"/>
              </a:ext>
            </a:extLst>
          </p:cNvPr>
          <p:cNvSpPr>
            <a:spLocks xmlns:a="http://schemas.openxmlformats.org/drawingml/2006/main" noGrp="1"/>
          </p:cNvSpPr>
          <p:nvPr/>
        </p:nvSpPr>
        <p:spPr>
          <a:xfrm xmlns:a="http://schemas.openxmlformats.org/drawingml/2006/main">
            <a:off x="685800" y="1571625"/>
            <a:ext cx="971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Choose a version that preserves the symbol and wordmark.</a:t>
            </a:r>
          </a:p>
        </p:txBody>
      </p:sp>
      <p:sp>
        <p:nvSpPr>
          <p:cNvPr id="4" name="">
            <a:extLst xmlns:a="http://schemas.openxmlformats.org/drawingml/2006/main">
              <a:ext uri="{FF2B5EF4-FFF2-40B4-BE49-F238E27FC236}">
                <a16:creationId xmlns:a16="http://schemas.microsoft.com/office/drawing/2014/main" id="{9D526EAC-906B-448B-ACDA-91B1F8E215F8}"/>
              </a:ext>
            </a:extLst>
          </p:cNvPr>
          <p:cNvSpPr>
            <a:spLocks xmlns:a="http://schemas.openxmlformats.org/drawingml/2006/main" noGrp="1"/>
          </p:cNvSpPr>
          <p:nvPr/>
        </p:nvSpPr>
        <p:spPr>
          <a:xfrm xmlns:a="http://schemas.openxmlformats.org/drawingml/2006/main">
            <a:off x="685800" y="2571750"/>
            <a:ext cx="5000625" cy="1743075"/>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AEAC175E-718E-4E32-A2FA-95B7B334109A}"/>
              </a:ext>
            </a:extLst>
          </p:cNvPr>
          <p:cNvPicPr>
            <a:picLocks xmlns:a="http://schemas.openxmlformats.org/drawingml/2006/main" noChangeAspect="1"/>
          </p:cNvPicPr>
          <p:nvPr/>
        </p:nvPicPr>
        <p:blipFill>
          <a:blip xmlns:r="http://schemas.openxmlformats.org/officeDocument/2006/relationships" xmlns:a="http://schemas.openxmlformats.org/drawingml/2006/main" r:embed="Rcb062ff450ea4016">
            <a:extLst>
              <a:ext uri="{96DAC541-7B7A-43D3-8B79-37D633B846F1}">
                <asvg:svgBlip xmlns:asvg="http://schemas.microsoft.com/office/drawing/2016/SVG/main" r:embed="R831f2bd4b40a40de"/>
              </a:ext>
            </a:extLst>
          </a:blip>
          <a:stretch xmlns:a="http://schemas.openxmlformats.org/drawingml/2006/main"/>
        </p:blipFill>
        <p:spPr>
          <a:xfrm xmlns:a="http://schemas.openxmlformats.org/drawingml/2006/main">
            <a:off x="1009650" y="3067050"/>
            <a:ext cx="4286250" cy="113139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958B1C-A71F-4517-B3F9-BDAB7F4C66F8}"/>
              </a:ext>
            </a:extLst>
          </p:cNvPr>
          <p:cNvSpPr>
            <a:spLocks xmlns:a="http://schemas.openxmlformats.org/drawingml/2006/main" noGrp="1"/>
          </p:cNvSpPr>
          <p:nvPr/>
        </p:nvSpPr>
        <p:spPr>
          <a:xfrm xmlns:a="http://schemas.openxmlformats.org/drawingml/2006/main">
            <a:off x="6181725" y="2571750"/>
            <a:ext cx="5324475" cy="1743075"/>
          </a:xfrm>
          <a:prstGeom xmlns:a="http://schemas.openxmlformats.org/drawingml/2006/main" prst="rect">
            <a:avLst/>
          </a:prstGeom>
          <a:solidFill xmlns:a="http://schemas.openxmlformats.org/drawingml/2006/main">
            <a:srgbClr val="243B75"/>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56695726-0FA6-4CA8-91AB-FBC6BD061111}"/>
              </a:ext>
            </a:extLst>
          </p:cNvPr>
          <p:cNvPicPr>
            <a:picLocks xmlns:a="http://schemas.openxmlformats.org/drawingml/2006/main" noChangeAspect="1"/>
          </p:cNvPicPr>
          <p:nvPr/>
        </p:nvPicPr>
        <p:blipFill>
          <a:blip xmlns:r="http://schemas.openxmlformats.org/officeDocument/2006/relationships" xmlns:a="http://schemas.openxmlformats.org/drawingml/2006/main" r:embed="R8605d3e000f24d7d">
            <a:extLst>
              <a:ext uri="{96DAC541-7B7A-43D3-8B79-37D633B846F1}">
                <asvg:svgBlip xmlns:asvg="http://schemas.microsoft.com/office/drawing/2016/SVG/main" r:embed="Rbbf135a75460450c"/>
              </a:ext>
            </a:extLst>
          </a:blip>
          <a:stretch xmlns:a="http://schemas.openxmlformats.org/drawingml/2006/main"/>
        </p:blipFill>
        <p:spPr>
          <a:xfrm xmlns:a="http://schemas.openxmlformats.org/drawingml/2006/main">
            <a:off x="6572250" y="3067050"/>
            <a:ext cx="4476750" cy="118168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C720E23-372B-4CFB-A939-792D18F50CF0}"/>
              </a:ext>
            </a:extLst>
          </p:cNvPr>
          <p:cNvSpPr>
            <a:spLocks xmlns:a="http://schemas.openxmlformats.org/drawingml/2006/main" noGrp="1"/>
          </p:cNvSpPr>
          <p:nvPr/>
        </p:nvSpPr>
        <p:spPr>
          <a:xfrm xmlns:a="http://schemas.openxmlformats.org/drawingml/2006/main">
            <a:off x="685800" y="45434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33D"/>
                </a:solidFill>
                <a:latin typeface="Nimbus Sans"/>
                <a:ea typeface="Nimbus Sans"/>
                <a:cs typeface="Nimbus Sans"/>
              </a:defRPr>
            </a:defPPr>
          </a:lstStyle>
          <a:p xmlns:a="http://schemas.openxmlformats.org/drawingml/2006/main">
            <a:pPr algn="l">
              <a:defRPr sz="2100" b="1">
                <a:solidFill>
                  <a:srgbClr val="17233D"/>
                </a:solidFill>
                <a:latin typeface="Nimbus Sans"/>
                <a:ea typeface="Nimbus Sans"/>
                <a:cs typeface="Nimbus Sans"/>
              </a:defRPr>
            </a:pPr>
            <a:r>
              <a:rPr sz="2100" b="1">
                <a:solidFill>
                  <a:srgbClr val="17233D"/>
                </a:solidFill>
                <a:latin typeface="Nimbus Sans"/>
                <a:ea typeface="Nimbus Sans"/>
                <a:cs typeface="Nimbus Sans"/>
              </a:rPr>
              <a:t>Light background</a:t>
            </a:r>
          </a:p>
        </p:txBody>
      </p:sp>
      <p:sp>
        <p:nvSpPr>
          <p:cNvPr id="9" name="">
            <a:extLst xmlns:a="http://schemas.openxmlformats.org/drawingml/2006/main">
              <a:ext uri="{FF2B5EF4-FFF2-40B4-BE49-F238E27FC236}">
                <a16:creationId xmlns:a16="http://schemas.microsoft.com/office/drawing/2014/main" id="{72D06CCE-AA36-409B-8A09-9C71C24A8177}"/>
              </a:ext>
            </a:extLst>
          </p:cNvPr>
          <p:cNvSpPr>
            <a:spLocks xmlns:a="http://schemas.openxmlformats.org/drawingml/2006/main" noGrp="1"/>
          </p:cNvSpPr>
          <p:nvPr/>
        </p:nvSpPr>
        <p:spPr>
          <a:xfrm xmlns:a="http://schemas.openxmlformats.org/drawingml/2006/main">
            <a:off x="6181725" y="4543425"/>
            <a:ext cx="5324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233D"/>
                </a:solidFill>
                <a:latin typeface="Nimbus Sans"/>
                <a:ea typeface="Nimbus Sans"/>
                <a:cs typeface="Nimbus Sans"/>
              </a:defRPr>
            </a:defPPr>
          </a:lstStyle>
          <a:p xmlns:a="http://schemas.openxmlformats.org/drawingml/2006/main">
            <a:pPr algn="l">
              <a:defRPr sz="2100" b="1">
                <a:solidFill>
                  <a:srgbClr val="17233D"/>
                </a:solidFill>
                <a:latin typeface="Nimbus Sans"/>
                <a:ea typeface="Nimbus Sans"/>
                <a:cs typeface="Nimbus Sans"/>
              </a:defRPr>
            </a:pPr>
            <a:r>
              <a:rPr sz="2100" b="1">
                <a:solidFill>
                  <a:srgbClr val="17233D"/>
                </a:solidFill>
                <a:latin typeface="Nimbus Sans"/>
                <a:ea typeface="Nimbus Sans"/>
                <a:cs typeface="Nimbus Sans"/>
              </a:rPr>
              <a:t>Navy background</a:t>
            </a:r>
          </a:p>
        </p:txBody>
      </p:sp>
      <p:sp>
        <p:nvSpPr>
          <p:cNvPr id="10" name="">
            <a:extLst xmlns:a="http://schemas.openxmlformats.org/drawingml/2006/main">
              <a:ext uri="{FF2B5EF4-FFF2-40B4-BE49-F238E27FC236}">
                <a16:creationId xmlns:a16="http://schemas.microsoft.com/office/drawing/2014/main" id="{9306C691-B2DB-4368-B678-77A1F6E6A6F2}"/>
              </a:ext>
            </a:extLst>
          </p:cNvPr>
          <p:cNvSpPr>
            <a:spLocks xmlns:a="http://schemas.openxmlformats.org/drawingml/2006/main" noGrp="1"/>
          </p:cNvSpPr>
          <p:nvPr/>
        </p:nvSpPr>
        <p:spPr>
          <a:xfrm xmlns:a="http://schemas.openxmlformats.org/drawingml/2006/main">
            <a:off x="685800" y="5295900"/>
            <a:ext cx="5000625" cy="762000"/>
          </a:xfrm>
          <a:prstGeom xmlns:a="http://schemas.openxmlformats.org/drawingml/2006/main" prst="rect">
            <a:avLst/>
          </a:prstGeom>
          <a:solidFill xmlns:a="http://schemas.openxmlformats.org/drawingml/2006/main">
            <a:srgbClr val="F47B20"/>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17997E71-C7A9-4722-AB09-9EF7D6862548}"/>
              </a:ext>
            </a:extLst>
          </p:cNvPr>
          <p:cNvPicPr>
            <a:picLocks xmlns:a="http://schemas.openxmlformats.org/drawingml/2006/main" noChangeAspect="1"/>
          </p:cNvPicPr>
          <p:nvPr/>
        </p:nvPicPr>
        <p:blipFill>
          <a:blip xmlns:r="http://schemas.openxmlformats.org/officeDocument/2006/relationships" xmlns:a="http://schemas.openxmlformats.org/drawingml/2006/main" r:embed="Rfd6a042a73bc4032">
            <a:extLst>
              <a:ext uri="{96DAC541-7B7A-43D3-8B79-37D633B846F1}">
                <asvg:svgBlip xmlns:asvg="http://schemas.microsoft.com/office/drawing/2016/SVG/main" r:embed="Re6209429ac154792"/>
              </a:ext>
            </a:extLst>
          </a:blip>
          <a:stretch xmlns:a="http://schemas.openxmlformats.org/drawingml/2006/main"/>
        </p:blipFill>
        <p:spPr>
          <a:xfrm xmlns:a="http://schemas.openxmlformats.org/drawingml/2006/main">
            <a:off x="895350" y="5381625"/>
            <a:ext cx="2333625" cy="615982"/>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64D3C64-42A0-4080-AB50-A208A42AFD25}"/>
              </a:ext>
            </a:extLst>
          </p:cNvPr>
          <p:cNvSpPr>
            <a:spLocks xmlns:a="http://schemas.openxmlformats.org/drawingml/2006/main" noGrp="1"/>
          </p:cNvSpPr>
          <p:nvPr/>
        </p:nvSpPr>
        <p:spPr>
          <a:xfrm xmlns:a="http://schemas.openxmlformats.org/drawingml/2006/main">
            <a:off x="3448050" y="5514975"/>
            <a:ext cx="2085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17233D"/>
                </a:solidFill>
                <a:latin typeface="Nimbus Sans"/>
                <a:ea typeface="Nimbus Sans"/>
                <a:cs typeface="Nimbus Sans"/>
              </a:defRPr>
            </a:defPPr>
          </a:lstStyle>
          <a:p xmlns:a="http://schemas.openxmlformats.org/drawingml/2006/main">
            <a:pPr algn="l">
              <a:defRPr sz="1800" b="1">
                <a:solidFill>
                  <a:srgbClr val="17233D"/>
                </a:solidFill>
                <a:latin typeface="Nimbus Sans"/>
                <a:ea typeface="Nimbus Sans"/>
                <a:cs typeface="Nimbus Sans"/>
              </a:defRPr>
            </a:pPr>
            <a:r>
              <a:rPr sz="1800" b="1">
                <a:solidFill>
                  <a:srgbClr val="17233D"/>
                </a:solidFill>
                <a:latin typeface="Nimbus Sans"/>
                <a:ea typeface="Nimbus Sans"/>
                <a:cs typeface="Nimbus Sans"/>
              </a:rPr>
              <a:t>Navy on orange</a:t>
            </a:r>
          </a:p>
        </p:txBody>
      </p:sp>
    </p:spTree>
    <p:extLst>
      <p:ext uri="{BB962C8B-B14F-4D97-AF65-F5344CB8AC3E}">
        <p14:creationId xmlns:p14="http://schemas.microsoft.com/office/powerpoint/2010/main" val="2075146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D55C6D8-7CFB-4503-8A46-22F8B4481356}"/>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Incorrect usage</a:t>
            </a:r>
          </a:p>
        </p:txBody>
      </p:sp>
      <p:sp>
        <p:nvSpPr>
          <p:cNvPr id="2" name="">
            <a:extLst xmlns:a="http://schemas.openxmlformats.org/drawingml/2006/main">
              <a:ext uri="{FF2B5EF4-FFF2-40B4-BE49-F238E27FC236}">
                <a16:creationId xmlns:a16="http://schemas.microsoft.com/office/drawing/2014/main" id="{6A4F0382-9D2C-4C84-922B-B2033295BB7D}"/>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09</a:t>
            </a:r>
          </a:p>
        </p:txBody>
      </p:sp>
      <p:sp>
        <p:nvSpPr>
          <p:cNvPr id="3" name="">
            <a:extLst xmlns:a="http://schemas.openxmlformats.org/drawingml/2006/main">
              <a:ext uri="{FF2B5EF4-FFF2-40B4-BE49-F238E27FC236}">
                <a16:creationId xmlns:a16="http://schemas.microsoft.com/office/drawing/2014/main" id="{0668322D-F786-4587-9348-D0129649039B}"/>
              </a:ext>
            </a:extLst>
          </p:cNvPr>
          <p:cNvSpPr>
            <a:spLocks xmlns:a="http://schemas.openxmlformats.org/drawingml/2006/main" noGrp="1"/>
          </p:cNvSpPr>
          <p:nvPr/>
        </p:nvSpPr>
        <p:spPr>
          <a:xfrm xmlns:a="http://schemas.openxmlformats.org/drawingml/2006/main">
            <a:off x="685800" y="15144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The supplied master keeps the geometry and colour consistent.</a:t>
            </a:r>
          </a:p>
        </p:txBody>
      </p:sp>
      <p:pic>
        <p:nvPicPr>
          <p:cNvPr id="4" name="">
            <a:extLst xmlns:a="http://schemas.openxmlformats.org/drawingml/2006/main">
              <a:ext uri="{FF2B5EF4-FFF2-40B4-BE49-F238E27FC236}">
                <a16:creationId xmlns:a16="http://schemas.microsoft.com/office/drawing/2014/main" id="{40A36239-0827-4551-B237-B0CE3FE84219}"/>
              </a:ext>
            </a:extLst>
          </p:cNvPr>
          <p:cNvPicPr>
            <a:picLocks xmlns:a="http://schemas.openxmlformats.org/drawingml/2006/main" noChangeAspect="1"/>
          </p:cNvPicPr>
          <p:nvPr/>
        </p:nvPicPr>
        <p:blipFill>
          <a:blip xmlns:r="http://schemas.openxmlformats.org/officeDocument/2006/relationships" xmlns:a="http://schemas.openxmlformats.org/drawingml/2006/main" r:embed="R13b2d42404b245b0">
            <a:extLst>
              <a:ext uri="{96DAC541-7B7A-43D3-8B79-37D633B846F1}">
                <asvg:svgBlip xmlns:asvg="http://schemas.microsoft.com/office/drawing/2016/SVG/main" r:embed="Ra319bafb6ac1420f"/>
              </a:ext>
            </a:extLst>
          </a:blip>
          <a:stretch xmlns:a="http://schemas.openxmlformats.org/drawingml/2006/main"/>
        </p:blipFill>
        <p:spPr>
          <a:xfrm xmlns:a="http://schemas.openxmlformats.org/drawingml/2006/main">
            <a:off x="685800" y="2447925"/>
            <a:ext cx="2762250" cy="9429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77C258-7CC9-4452-A63B-839D94364B6D}"/>
              </a:ext>
            </a:extLst>
          </p:cNvPr>
          <p:cNvSpPr>
            <a:spLocks xmlns:a="http://schemas.openxmlformats.org/drawingml/2006/main" noGrp="1"/>
          </p:cNvSpPr>
          <p:nvPr/>
        </p:nvSpPr>
        <p:spPr>
          <a:xfrm xmlns:a="http://schemas.openxmlformats.org/drawingml/2006/main">
            <a:off x="685800" y="35528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01  Stretching</a:t>
            </a:r>
          </a:p>
        </p:txBody>
      </p:sp>
      <p:pic>
        <p:nvPicPr>
          <p:cNvPr id="6" name="">
            <a:extLst xmlns:a="http://schemas.openxmlformats.org/drawingml/2006/main">
              <a:ext uri="{FF2B5EF4-FFF2-40B4-BE49-F238E27FC236}">
                <a16:creationId xmlns:a16="http://schemas.microsoft.com/office/drawing/2014/main" id="{5C5DDE29-DC28-4E43-B95C-34344D624244}"/>
              </a:ext>
            </a:extLst>
          </p:cNvPr>
          <p:cNvPicPr>
            <a:picLocks xmlns:a="http://schemas.openxmlformats.org/drawingml/2006/main" noChangeAspect="1"/>
          </p:cNvPicPr>
          <p:nvPr/>
        </p:nvPicPr>
        <p:blipFill>
          <a:blip xmlns:r="http://schemas.openxmlformats.org/officeDocument/2006/relationships" xmlns:a="http://schemas.openxmlformats.org/drawingml/2006/main" r:embed="Rc9609712be54494c">
            <a:extLst>
              <a:ext uri="{96DAC541-7B7A-43D3-8B79-37D633B846F1}">
                <asvg:svgBlip xmlns:asvg="http://schemas.microsoft.com/office/drawing/2016/SVG/main" r:embed="R9a882086e162456d"/>
              </a:ext>
            </a:extLst>
          </a:blip>
          <a:stretch xmlns:a="http://schemas.openxmlformats.org/drawingml/2006/main"/>
        </p:blipFill>
        <p:spPr>
          <a:xfrm xmlns:a="http://schemas.openxmlformats.org/drawingml/2006/main">
            <a:off x="4467225" y="2552700"/>
            <a:ext cx="2857500" cy="7524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716B4CD-F162-43D5-A2E3-218312A51070}"/>
              </a:ext>
            </a:extLst>
          </p:cNvPr>
          <p:cNvSpPr>
            <a:spLocks xmlns:a="http://schemas.openxmlformats.org/drawingml/2006/main" noGrp="1"/>
          </p:cNvSpPr>
          <p:nvPr/>
        </p:nvSpPr>
        <p:spPr>
          <a:xfrm xmlns:a="http://schemas.openxmlformats.org/drawingml/2006/main">
            <a:off x="4467225" y="3552825"/>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02  Recolouring</a:t>
            </a:r>
          </a:p>
        </p:txBody>
      </p:sp>
      <p:sp>
        <p:nvSpPr>
          <p:cNvPr id="8" name="">
            <a:extLst xmlns:a="http://schemas.openxmlformats.org/drawingml/2006/main">
              <a:ext uri="{FF2B5EF4-FFF2-40B4-BE49-F238E27FC236}">
                <a16:creationId xmlns:a16="http://schemas.microsoft.com/office/drawing/2014/main" id="{D7FAB9EB-62A9-4A10-BC08-206D187776DC}"/>
              </a:ext>
            </a:extLst>
          </p:cNvPr>
          <p:cNvSpPr>
            <a:spLocks xmlns:a="http://schemas.openxmlformats.org/drawingml/2006/main" noGrp="1"/>
          </p:cNvSpPr>
          <p:nvPr/>
        </p:nvSpPr>
        <p:spPr>
          <a:xfrm xmlns:a="http://schemas.openxmlformats.org/drawingml/2006/main">
            <a:off x="8267700" y="2362200"/>
            <a:ext cx="3238500" cy="1066800"/>
          </a:xfrm>
          <a:prstGeom xmlns:a="http://schemas.openxmlformats.org/drawingml/2006/main" prst="rect">
            <a:avLst/>
          </a:prstGeom>
          <a:solidFill xmlns:a="http://schemas.openxmlformats.org/drawingml/2006/main">
            <a:srgbClr val="243B75"/>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25A74384-6AC8-4171-B2E6-43F3E4DEBFEE}"/>
              </a:ext>
            </a:extLst>
          </p:cNvPr>
          <p:cNvPicPr>
            <a:picLocks xmlns:a="http://schemas.openxmlformats.org/drawingml/2006/main" noChangeAspect="1"/>
          </p:cNvPicPr>
          <p:nvPr/>
        </p:nvPicPr>
        <p:blipFill>
          <a:blip xmlns:r="http://schemas.openxmlformats.org/officeDocument/2006/relationships" xmlns:a="http://schemas.openxmlformats.org/drawingml/2006/main" r:embed="Rcd3024247e864b1f">
            <a:extLst>
              <a:ext uri="{96DAC541-7B7A-43D3-8B79-37D633B846F1}">
                <asvg:svgBlip xmlns:asvg="http://schemas.microsoft.com/office/drawing/2016/SVG/main" r:embed="R1c13f1ac3de34a3f"/>
              </a:ext>
            </a:extLst>
          </a:blip>
          <a:stretch xmlns:a="http://schemas.openxmlformats.org/drawingml/2006/main"/>
        </p:blipFill>
        <p:spPr>
          <a:xfrm xmlns:a="http://schemas.openxmlformats.org/drawingml/2006/main">
            <a:off x="8420100" y="2514600"/>
            <a:ext cx="2933700" cy="77437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E86BA87-2133-4511-825B-948757609184}"/>
              </a:ext>
            </a:extLst>
          </p:cNvPr>
          <p:cNvSpPr>
            <a:spLocks xmlns:a="http://schemas.openxmlformats.org/drawingml/2006/main" noGrp="1"/>
          </p:cNvSpPr>
          <p:nvPr/>
        </p:nvSpPr>
        <p:spPr>
          <a:xfrm xmlns:a="http://schemas.openxmlformats.org/drawingml/2006/main">
            <a:off x="8267700" y="35528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03  Low contrast</a:t>
            </a:r>
          </a:p>
        </p:txBody>
      </p:sp>
      <p:pic>
        <p:nvPicPr>
          <p:cNvPr id="11" name="">
            <a:extLst xmlns:a="http://schemas.openxmlformats.org/drawingml/2006/main">
              <a:ext uri="{FF2B5EF4-FFF2-40B4-BE49-F238E27FC236}">
                <a16:creationId xmlns:a16="http://schemas.microsoft.com/office/drawing/2014/main" id="{4DC2FA46-E723-4867-9B7E-EB4867FC8FED}"/>
              </a:ext>
            </a:extLst>
          </p:cNvPr>
          <p:cNvPicPr>
            <a:picLocks xmlns:a="http://schemas.openxmlformats.org/drawingml/2006/main" noChangeAspect="1"/>
          </p:cNvPicPr>
          <p:nvPr/>
        </p:nvPicPr>
        <p:blipFill>
          <a:blip xmlns:r="http://schemas.openxmlformats.org/officeDocument/2006/relationships" xmlns:a="http://schemas.openxmlformats.org/drawingml/2006/main" r:embed="R57d370bad1c94c54">
            <a:extLst>
              <a:ext uri="{96DAC541-7B7A-43D3-8B79-37D633B846F1}">
                <asvg:svgBlip xmlns:asvg="http://schemas.microsoft.com/office/drawing/2016/SVG/main" r:embed="Raa1cc2612560451f"/>
              </a:ext>
            </a:extLst>
          </a:blip>
          <a:stretch xmlns:a="http://schemas.openxmlformats.org/drawingml/2006/main"/>
        </p:blipFill>
        <p:spPr>
          <a:xfrm xmlns:a="http://schemas.openxmlformats.org/drawingml/2006/main">
            <a:off x="685800" y="4676775"/>
            <a:ext cx="2933700" cy="8382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99076F9-8C17-498A-861C-D31E2A55D200}"/>
              </a:ext>
            </a:extLst>
          </p:cNvPr>
          <p:cNvSpPr>
            <a:spLocks xmlns:a="http://schemas.openxmlformats.org/drawingml/2006/main" noGrp="1"/>
          </p:cNvSpPr>
          <p:nvPr/>
        </p:nvSpPr>
        <p:spPr>
          <a:xfrm xmlns:a="http://schemas.openxmlformats.org/drawingml/2006/main">
            <a:off x="685800" y="5715000"/>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04  Added effects</a:t>
            </a:r>
          </a:p>
        </p:txBody>
      </p:sp>
      <p:sp>
        <p:nvSpPr>
          <p:cNvPr id="13" name="">
            <a:extLst xmlns:a="http://schemas.openxmlformats.org/drawingml/2006/main">
              <a:ext uri="{FF2B5EF4-FFF2-40B4-BE49-F238E27FC236}">
                <a16:creationId xmlns:a16="http://schemas.microsoft.com/office/drawing/2014/main" id="{8A31B0B0-05F8-47D0-AE35-FB8D2F08274D}"/>
              </a:ext>
            </a:extLst>
          </p:cNvPr>
          <p:cNvSpPr>
            <a:spLocks xmlns:a="http://schemas.openxmlformats.org/drawingml/2006/main" noGrp="1"/>
          </p:cNvSpPr>
          <p:nvPr/>
        </p:nvSpPr>
        <p:spPr>
          <a:xfrm xmlns:a="http://schemas.openxmlformats.org/drawingml/2006/main">
            <a:off x="4514850" y="4410075"/>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Monthly station report</a:t>
            </a:r>
          </a:p>
        </p:txBody>
      </p:sp>
      <p:pic>
        <p:nvPicPr>
          <p:cNvPr id="14" name="">
            <a:extLst xmlns:a="http://schemas.openxmlformats.org/drawingml/2006/main">
              <a:ext uri="{FF2B5EF4-FFF2-40B4-BE49-F238E27FC236}">
                <a16:creationId xmlns:a16="http://schemas.microsoft.com/office/drawing/2014/main" id="{E0255554-AE83-4978-A561-A2974E5DD285}"/>
              </a:ext>
            </a:extLst>
          </p:cNvPr>
          <p:cNvPicPr>
            <a:picLocks xmlns:a="http://schemas.openxmlformats.org/drawingml/2006/main" noChangeAspect="1"/>
          </p:cNvPicPr>
          <p:nvPr/>
        </p:nvPicPr>
        <p:blipFill>
          <a:blip xmlns:r="http://schemas.openxmlformats.org/officeDocument/2006/relationships" xmlns:a="http://schemas.openxmlformats.org/drawingml/2006/main" r:embed="Rb3b252fd2e274d33">
            <a:extLst>
              <a:ext uri="{96DAC541-7B7A-43D3-8B79-37D633B846F1}">
                <asvg:svgBlip xmlns:asvg="http://schemas.microsoft.com/office/drawing/2016/SVG/main" r:embed="Rf698b2f0ef09456c"/>
              </a:ext>
            </a:extLst>
          </a:blip>
          <a:stretch xmlns:a="http://schemas.openxmlformats.org/drawingml/2006/main"/>
        </p:blipFill>
        <p:spPr>
          <a:xfrm xmlns:a="http://schemas.openxmlformats.org/drawingml/2006/main">
            <a:off x="4467225" y="4619625"/>
            <a:ext cx="2857500" cy="75426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BDEE8D9-6208-4158-83AC-699363EEF47B}"/>
              </a:ext>
            </a:extLst>
          </p:cNvPr>
          <p:cNvSpPr>
            <a:spLocks xmlns:a="http://schemas.openxmlformats.org/drawingml/2006/main" noGrp="1"/>
          </p:cNvSpPr>
          <p:nvPr/>
        </p:nvSpPr>
        <p:spPr>
          <a:xfrm xmlns:a="http://schemas.openxmlformats.org/drawingml/2006/main">
            <a:off x="4467225" y="5715000"/>
            <a:ext cx="321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05  Crowded space</a:t>
            </a:r>
          </a:p>
        </p:txBody>
      </p:sp>
      <p:pic>
        <p:nvPicPr>
          <p:cNvPr id="16" name="">
            <a:extLst xmlns:a="http://schemas.openxmlformats.org/drawingml/2006/main">
              <a:ext uri="{FF2B5EF4-FFF2-40B4-BE49-F238E27FC236}">
                <a16:creationId xmlns:a16="http://schemas.microsoft.com/office/drawing/2014/main" id="{DA93B1B8-336B-42F3-950A-722039F1DF90}"/>
              </a:ext>
            </a:extLst>
          </p:cNvPr>
          <p:cNvPicPr>
            <a:picLocks xmlns:a="http://schemas.openxmlformats.org/drawingml/2006/main" noChangeAspect="1"/>
          </p:cNvPicPr>
          <p:nvPr/>
        </p:nvPicPr>
        <p:blipFill>
          <a:blip xmlns:r="http://schemas.openxmlformats.org/officeDocument/2006/relationships" xmlns:a="http://schemas.openxmlformats.org/drawingml/2006/main" r:embed="R12ce7f72af3642d2">
            <a:extLst>
              <a:ext uri="{96DAC541-7B7A-43D3-8B79-37D633B846F1}">
                <asvg:svgBlip xmlns:asvg="http://schemas.microsoft.com/office/drawing/2016/SVG/main" r:embed="R0a87e9120b474141"/>
              </a:ext>
            </a:extLst>
          </a:blip>
          <a:stretch xmlns:a="http://schemas.openxmlformats.org/drawingml/2006/main"/>
        </p:blipFill>
        <p:spPr>
          <a:xfrm xmlns:a="http://schemas.openxmlformats.org/drawingml/2006/main">
            <a:off x="8267700" y="4676775"/>
            <a:ext cx="2857500" cy="7524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FF6DC933-65C0-4E41-BC0E-A0F18E132535}"/>
              </a:ext>
            </a:extLst>
          </p:cNvPr>
          <p:cNvSpPr>
            <a:spLocks xmlns:a="http://schemas.openxmlformats.org/drawingml/2006/main" noGrp="1"/>
          </p:cNvSpPr>
          <p:nvPr/>
        </p:nvSpPr>
        <p:spPr>
          <a:xfrm xmlns:a="http://schemas.openxmlformats.org/drawingml/2006/main">
            <a:off x="8267700" y="57150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06  Missing pieces</a:t>
            </a:r>
          </a:p>
        </p:txBody>
      </p:sp>
    </p:spTree>
    <p:extLst>
      <p:ext uri="{BB962C8B-B14F-4D97-AF65-F5344CB8AC3E}">
        <p14:creationId xmlns:p14="http://schemas.microsoft.com/office/powerpoint/2010/main" val="18283947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86F48D4-F542-4394-A52F-A6BC78E8B775}"/>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Colour palette</a:t>
            </a:r>
          </a:p>
        </p:txBody>
      </p:sp>
      <p:sp>
        <p:nvSpPr>
          <p:cNvPr id="2" name="">
            <a:extLst xmlns:a="http://schemas.openxmlformats.org/drawingml/2006/main">
              <a:ext uri="{FF2B5EF4-FFF2-40B4-BE49-F238E27FC236}">
                <a16:creationId xmlns:a16="http://schemas.microsoft.com/office/drawing/2014/main" id="{22A506DC-3489-482F-8E64-ECA03D66011F}"/>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10</a:t>
            </a:r>
          </a:p>
        </p:txBody>
      </p:sp>
      <p:sp>
        <p:nvSpPr>
          <p:cNvPr id="3" name="">
            <a:extLst xmlns:a="http://schemas.openxmlformats.org/drawingml/2006/main">
              <a:ext uri="{FF2B5EF4-FFF2-40B4-BE49-F238E27FC236}">
                <a16:creationId xmlns:a16="http://schemas.microsoft.com/office/drawing/2014/main" id="{D5DFA68C-F71B-4E6C-8B17-8D467AC90422}"/>
              </a:ext>
            </a:extLst>
          </p:cNvPr>
          <p:cNvSpPr>
            <a:spLocks xmlns:a="http://schemas.openxmlformats.org/drawingml/2006/main" noGrp="1"/>
          </p:cNvSpPr>
          <p:nvPr/>
        </p:nvSpPr>
        <p:spPr>
          <a:xfrm xmlns:a="http://schemas.openxmlformats.org/drawingml/2006/main">
            <a:off x="685800" y="1876425"/>
            <a:ext cx="609600" cy="400050"/>
          </a:xfrm>
          <a:prstGeom xmlns:a="http://schemas.openxmlformats.org/drawingml/2006/main" prst="rect">
            <a:avLst/>
          </a:prstGeom>
          <a:solidFill xmlns:a="http://schemas.openxmlformats.org/drawingml/2006/main">
            <a:srgbClr val="243B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87B136-8500-4B24-8869-60248544EFCD}"/>
              </a:ext>
            </a:extLst>
          </p:cNvPr>
          <p:cNvSpPr>
            <a:spLocks xmlns:a="http://schemas.openxmlformats.org/drawingml/2006/main" noGrp="1"/>
          </p:cNvSpPr>
          <p:nvPr/>
        </p:nvSpPr>
        <p:spPr>
          <a:xfrm xmlns:a="http://schemas.openxmlformats.org/drawingml/2006/main">
            <a:off x="1504950" y="19145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Navy</a:t>
            </a:r>
          </a:p>
        </p:txBody>
      </p:sp>
      <p:sp>
        <p:nvSpPr>
          <p:cNvPr id="5" name="">
            <a:extLst xmlns:a="http://schemas.openxmlformats.org/drawingml/2006/main">
              <a:ext uri="{FF2B5EF4-FFF2-40B4-BE49-F238E27FC236}">
                <a16:creationId xmlns:a16="http://schemas.microsoft.com/office/drawing/2014/main" id="{351D34D5-9254-4C98-AFB1-F79051014B7E}"/>
              </a:ext>
            </a:extLst>
          </p:cNvPr>
          <p:cNvSpPr>
            <a:spLocks xmlns:a="http://schemas.openxmlformats.org/drawingml/2006/main" noGrp="1"/>
          </p:cNvSpPr>
          <p:nvPr/>
        </p:nvSpPr>
        <p:spPr>
          <a:xfrm xmlns:a="http://schemas.openxmlformats.org/drawingml/2006/main">
            <a:off x="3609975" y="19145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#243B75</a:t>
            </a:r>
          </a:p>
        </p:txBody>
      </p:sp>
      <p:sp>
        <p:nvSpPr>
          <p:cNvPr id="6" name="">
            <a:extLst xmlns:a="http://schemas.openxmlformats.org/drawingml/2006/main">
              <a:ext uri="{FF2B5EF4-FFF2-40B4-BE49-F238E27FC236}">
                <a16:creationId xmlns:a16="http://schemas.microsoft.com/office/drawing/2014/main" id="{1D0BD759-6562-4FAB-A978-59C779360C3B}"/>
              </a:ext>
            </a:extLst>
          </p:cNvPr>
          <p:cNvSpPr>
            <a:spLocks xmlns:a="http://schemas.openxmlformats.org/drawingml/2006/main" noGrp="1"/>
          </p:cNvSpPr>
          <p:nvPr/>
        </p:nvSpPr>
        <p:spPr>
          <a:xfrm xmlns:a="http://schemas.openxmlformats.org/drawingml/2006/main">
            <a:off x="5905500" y="19145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36, 59, 117</a:t>
            </a:r>
          </a:p>
        </p:txBody>
      </p:sp>
      <p:sp>
        <p:nvSpPr>
          <p:cNvPr id="7" name="">
            <a:extLst xmlns:a="http://schemas.openxmlformats.org/drawingml/2006/main">
              <a:ext uri="{FF2B5EF4-FFF2-40B4-BE49-F238E27FC236}">
                <a16:creationId xmlns:a16="http://schemas.microsoft.com/office/drawing/2014/main" id="{C2FFB061-4370-4C01-906E-97B07F4FF4E1}"/>
              </a:ext>
            </a:extLst>
          </p:cNvPr>
          <p:cNvSpPr>
            <a:spLocks xmlns:a="http://schemas.openxmlformats.org/drawingml/2006/main" noGrp="1"/>
          </p:cNvSpPr>
          <p:nvPr/>
        </p:nvSpPr>
        <p:spPr>
          <a:xfrm xmlns:a="http://schemas.openxmlformats.org/drawingml/2006/main">
            <a:off x="8172450" y="1914525"/>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Brand and navigation</a:t>
            </a:r>
          </a:p>
        </p:txBody>
      </p:sp>
      <p:sp>
        <p:nvSpPr>
          <p:cNvPr id="8" name="">
            <a:extLst xmlns:a="http://schemas.openxmlformats.org/drawingml/2006/main">
              <a:ext uri="{FF2B5EF4-FFF2-40B4-BE49-F238E27FC236}">
                <a16:creationId xmlns:a16="http://schemas.microsoft.com/office/drawing/2014/main" id="{48D08BC1-499B-4D52-986B-EAFD6C808A4B}"/>
              </a:ext>
            </a:extLst>
          </p:cNvPr>
          <p:cNvSpPr>
            <a:spLocks xmlns:a="http://schemas.openxmlformats.org/drawingml/2006/main" noGrp="1"/>
          </p:cNvSpPr>
          <p:nvPr/>
        </p:nvSpPr>
        <p:spPr>
          <a:xfrm xmlns:a="http://schemas.openxmlformats.org/drawingml/2006/main">
            <a:off x="685800" y="2533650"/>
            <a:ext cx="609600" cy="400050"/>
          </a:xfrm>
          <a:prstGeom xmlns:a="http://schemas.openxmlformats.org/drawingml/2006/main" prst="rect">
            <a:avLst/>
          </a:prstGeom>
          <a:solidFill xmlns:a="http://schemas.openxmlformats.org/drawingml/2006/main">
            <a:srgbClr val="F47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E2AD34-BC8D-4764-99D9-3513F0B4697D}"/>
              </a:ext>
            </a:extLst>
          </p:cNvPr>
          <p:cNvSpPr>
            <a:spLocks xmlns:a="http://schemas.openxmlformats.org/drawingml/2006/main" noGrp="1"/>
          </p:cNvSpPr>
          <p:nvPr/>
        </p:nvSpPr>
        <p:spPr>
          <a:xfrm xmlns:a="http://schemas.openxmlformats.org/drawingml/2006/main">
            <a:off x="1504950" y="25717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Orange</a:t>
            </a:r>
          </a:p>
        </p:txBody>
      </p:sp>
      <p:sp>
        <p:nvSpPr>
          <p:cNvPr id="10" name="">
            <a:extLst xmlns:a="http://schemas.openxmlformats.org/drawingml/2006/main">
              <a:ext uri="{FF2B5EF4-FFF2-40B4-BE49-F238E27FC236}">
                <a16:creationId xmlns:a16="http://schemas.microsoft.com/office/drawing/2014/main" id="{A4A88C67-4339-4BD2-A42B-C99FAD1FFF6A}"/>
              </a:ext>
            </a:extLst>
          </p:cNvPr>
          <p:cNvSpPr>
            <a:spLocks xmlns:a="http://schemas.openxmlformats.org/drawingml/2006/main" noGrp="1"/>
          </p:cNvSpPr>
          <p:nvPr/>
        </p:nvSpPr>
        <p:spPr>
          <a:xfrm xmlns:a="http://schemas.openxmlformats.org/drawingml/2006/main">
            <a:off x="3609975" y="257175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#F47B20</a:t>
            </a:r>
          </a:p>
        </p:txBody>
      </p:sp>
      <p:sp>
        <p:nvSpPr>
          <p:cNvPr id="11" name="">
            <a:extLst xmlns:a="http://schemas.openxmlformats.org/drawingml/2006/main">
              <a:ext uri="{FF2B5EF4-FFF2-40B4-BE49-F238E27FC236}">
                <a16:creationId xmlns:a16="http://schemas.microsoft.com/office/drawing/2014/main" id="{C78C2E83-1BA0-49A2-815E-1D973DC0A603}"/>
              </a:ext>
            </a:extLst>
          </p:cNvPr>
          <p:cNvSpPr>
            <a:spLocks xmlns:a="http://schemas.openxmlformats.org/drawingml/2006/main" noGrp="1"/>
          </p:cNvSpPr>
          <p:nvPr/>
        </p:nvSpPr>
        <p:spPr>
          <a:xfrm xmlns:a="http://schemas.openxmlformats.org/drawingml/2006/main">
            <a:off x="5905500" y="25717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244, 123, 32</a:t>
            </a:r>
          </a:p>
        </p:txBody>
      </p:sp>
      <p:sp>
        <p:nvSpPr>
          <p:cNvPr id="12" name="">
            <a:extLst xmlns:a="http://schemas.openxmlformats.org/drawingml/2006/main">
              <a:ext uri="{FF2B5EF4-FFF2-40B4-BE49-F238E27FC236}">
                <a16:creationId xmlns:a16="http://schemas.microsoft.com/office/drawing/2014/main" id="{03151D0D-868B-41C5-883A-0EB96B46AD9F}"/>
              </a:ext>
            </a:extLst>
          </p:cNvPr>
          <p:cNvSpPr>
            <a:spLocks xmlns:a="http://schemas.openxmlformats.org/drawingml/2006/main" noGrp="1"/>
          </p:cNvSpPr>
          <p:nvPr/>
        </p:nvSpPr>
        <p:spPr>
          <a:xfrm xmlns:a="http://schemas.openxmlformats.org/drawingml/2006/main">
            <a:off x="8172450" y="2571750"/>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Selected actions</a:t>
            </a:r>
          </a:p>
        </p:txBody>
      </p:sp>
      <p:sp>
        <p:nvSpPr>
          <p:cNvPr id="13" name="">
            <a:extLst xmlns:a="http://schemas.openxmlformats.org/drawingml/2006/main">
              <a:ext uri="{FF2B5EF4-FFF2-40B4-BE49-F238E27FC236}">
                <a16:creationId xmlns:a16="http://schemas.microsoft.com/office/drawing/2014/main" id="{DEABC7EA-224B-4975-8655-3DDC418F0D2B}"/>
              </a:ext>
            </a:extLst>
          </p:cNvPr>
          <p:cNvSpPr>
            <a:spLocks xmlns:a="http://schemas.openxmlformats.org/drawingml/2006/main" noGrp="1"/>
          </p:cNvSpPr>
          <p:nvPr/>
        </p:nvSpPr>
        <p:spPr>
          <a:xfrm xmlns:a="http://schemas.openxmlformats.org/drawingml/2006/main">
            <a:off x="685800" y="3190875"/>
            <a:ext cx="609600" cy="4000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61EC374-876E-4EC8-B6D4-DC57E09D5BCC}"/>
              </a:ext>
            </a:extLst>
          </p:cNvPr>
          <p:cNvSpPr>
            <a:spLocks xmlns:a="http://schemas.openxmlformats.org/drawingml/2006/main" noGrp="1"/>
          </p:cNvSpPr>
          <p:nvPr/>
        </p:nvSpPr>
        <p:spPr>
          <a:xfrm xmlns:a="http://schemas.openxmlformats.org/drawingml/2006/main">
            <a:off x="1504950" y="322897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Background</a:t>
            </a:r>
          </a:p>
        </p:txBody>
      </p:sp>
      <p:sp>
        <p:nvSpPr>
          <p:cNvPr id="15" name="">
            <a:extLst xmlns:a="http://schemas.openxmlformats.org/drawingml/2006/main">
              <a:ext uri="{FF2B5EF4-FFF2-40B4-BE49-F238E27FC236}">
                <a16:creationId xmlns:a16="http://schemas.microsoft.com/office/drawing/2014/main" id="{199D7111-C784-446F-BB5E-6CA6558548C3}"/>
              </a:ext>
            </a:extLst>
          </p:cNvPr>
          <p:cNvSpPr>
            <a:spLocks xmlns:a="http://schemas.openxmlformats.org/drawingml/2006/main" noGrp="1"/>
          </p:cNvSpPr>
          <p:nvPr/>
        </p:nvSpPr>
        <p:spPr>
          <a:xfrm xmlns:a="http://schemas.openxmlformats.org/drawingml/2006/main">
            <a:off x="3609975" y="322897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#F5F7FB</a:t>
            </a:r>
          </a:p>
        </p:txBody>
      </p:sp>
      <p:sp>
        <p:nvSpPr>
          <p:cNvPr id="16" name="">
            <a:extLst xmlns:a="http://schemas.openxmlformats.org/drawingml/2006/main">
              <a:ext uri="{FF2B5EF4-FFF2-40B4-BE49-F238E27FC236}">
                <a16:creationId xmlns:a16="http://schemas.microsoft.com/office/drawing/2014/main" id="{1C4687F7-A58D-468F-8315-0856976F6D16}"/>
              </a:ext>
            </a:extLst>
          </p:cNvPr>
          <p:cNvSpPr>
            <a:spLocks xmlns:a="http://schemas.openxmlformats.org/drawingml/2006/main" noGrp="1"/>
          </p:cNvSpPr>
          <p:nvPr/>
        </p:nvSpPr>
        <p:spPr>
          <a:xfrm xmlns:a="http://schemas.openxmlformats.org/drawingml/2006/main">
            <a:off x="5905500" y="322897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245, 247, 251</a:t>
            </a:r>
          </a:p>
        </p:txBody>
      </p:sp>
      <p:sp>
        <p:nvSpPr>
          <p:cNvPr id="17" name="">
            <a:extLst xmlns:a="http://schemas.openxmlformats.org/drawingml/2006/main">
              <a:ext uri="{FF2B5EF4-FFF2-40B4-BE49-F238E27FC236}">
                <a16:creationId xmlns:a16="http://schemas.microsoft.com/office/drawing/2014/main" id="{670EA3CE-E543-4DF0-A8F1-1019B9FFCDF7}"/>
              </a:ext>
            </a:extLst>
          </p:cNvPr>
          <p:cNvSpPr>
            <a:spLocks xmlns:a="http://schemas.openxmlformats.org/drawingml/2006/main" noGrp="1"/>
          </p:cNvSpPr>
          <p:nvPr/>
        </p:nvSpPr>
        <p:spPr>
          <a:xfrm xmlns:a="http://schemas.openxmlformats.org/drawingml/2006/main">
            <a:off x="8172450" y="3228975"/>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Page canvas</a:t>
            </a:r>
          </a:p>
        </p:txBody>
      </p:sp>
      <p:sp>
        <p:nvSpPr>
          <p:cNvPr id="18" name="">
            <a:extLst xmlns:a="http://schemas.openxmlformats.org/drawingml/2006/main">
              <a:ext uri="{FF2B5EF4-FFF2-40B4-BE49-F238E27FC236}">
                <a16:creationId xmlns:a16="http://schemas.microsoft.com/office/drawing/2014/main" id="{A84DEB07-79C4-462E-B437-76A3841EA022}"/>
              </a:ext>
            </a:extLst>
          </p:cNvPr>
          <p:cNvSpPr>
            <a:spLocks xmlns:a="http://schemas.openxmlformats.org/drawingml/2006/main" noGrp="1"/>
          </p:cNvSpPr>
          <p:nvPr/>
        </p:nvSpPr>
        <p:spPr>
          <a:xfrm xmlns:a="http://schemas.openxmlformats.org/drawingml/2006/main">
            <a:off x="685800" y="3848100"/>
            <a:ext cx="609600" cy="400050"/>
          </a:xfrm>
          <a:prstGeom xmlns:a="http://schemas.openxmlformats.org/drawingml/2006/main" prst="rect">
            <a:avLst/>
          </a:prstGeom>
          <a:solidFill xmlns:a="http://schemas.openxmlformats.org/drawingml/2006/main">
            <a:srgbClr val="1723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7CCBEA-B5D6-4BDA-9043-B1090B4017CF}"/>
              </a:ext>
            </a:extLst>
          </p:cNvPr>
          <p:cNvSpPr>
            <a:spLocks xmlns:a="http://schemas.openxmlformats.org/drawingml/2006/main" noGrp="1"/>
          </p:cNvSpPr>
          <p:nvPr/>
        </p:nvSpPr>
        <p:spPr>
          <a:xfrm xmlns:a="http://schemas.openxmlformats.org/drawingml/2006/main">
            <a:off x="1504950" y="3886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Ink</a:t>
            </a:r>
          </a:p>
        </p:txBody>
      </p:sp>
      <p:sp>
        <p:nvSpPr>
          <p:cNvPr id="20" name="">
            <a:extLst xmlns:a="http://schemas.openxmlformats.org/drawingml/2006/main">
              <a:ext uri="{FF2B5EF4-FFF2-40B4-BE49-F238E27FC236}">
                <a16:creationId xmlns:a16="http://schemas.microsoft.com/office/drawing/2014/main" id="{DA2049DE-D152-4FFB-B03F-A53AF792DACA}"/>
              </a:ext>
            </a:extLst>
          </p:cNvPr>
          <p:cNvSpPr>
            <a:spLocks xmlns:a="http://schemas.openxmlformats.org/drawingml/2006/main" noGrp="1"/>
          </p:cNvSpPr>
          <p:nvPr/>
        </p:nvSpPr>
        <p:spPr>
          <a:xfrm xmlns:a="http://schemas.openxmlformats.org/drawingml/2006/main">
            <a:off x="3609975" y="38862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#17233D</a:t>
            </a:r>
          </a:p>
        </p:txBody>
      </p:sp>
      <p:sp>
        <p:nvSpPr>
          <p:cNvPr id="21" name="">
            <a:extLst xmlns:a="http://schemas.openxmlformats.org/drawingml/2006/main">
              <a:ext uri="{FF2B5EF4-FFF2-40B4-BE49-F238E27FC236}">
                <a16:creationId xmlns:a16="http://schemas.microsoft.com/office/drawing/2014/main" id="{3892BD3C-B6AA-42B7-8A8E-E6B8F588A448}"/>
              </a:ext>
            </a:extLst>
          </p:cNvPr>
          <p:cNvSpPr>
            <a:spLocks xmlns:a="http://schemas.openxmlformats.org/drawingml/2006/main" noGrp="1"/>
          </p:cNvSpPr>
          <p:nvPr/>
        </p:nvSpPr>
        <p:spPr>
          <a:xfrm xmlns:a="http://schemas.openxmlformats.org/drawingml/2006/main">
            <a:off x="5905500" y="38862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23, 35, 61</a:t>
            </a:r>
          </a:p>
        </p:txBody>
      </p:sp>
      <p:sp>
        <p:nvSpPr>
          <p:cNvPr id="22" name="">
            <a:extLst xmlns:a="http://schemas.openxmlformats.org/drawingml/2006/main">
              <a:ext uri="{FF2B5EF4-FFF2-40B4-BE49-F238E27FC236}">
                <a16:creationId xmlns:a16="http://schemas.microsoft.com/office/drawing/2014/main" id="{D95F7DF6-49F2-4593-B65C-3B3E7AC8ED08}"/>
              </a:ext>
            </a:extLst>
          </p:cNvPr>
          <p:cNvSpPr>
            <a:spLocks xmlns:a="http://schemas.openxmlformats.org/drawingml/2006/main" noGrp="1"/>
          </p:cNvSpPr>
          <p:nvPr/>
        </p:nvSpPr>
        <p:spPr>
          <a:xfrm xmlns:a="http://schemas.openxmlformats.org/drawingml/2006/main">
            <a:off x="8172450" y="3886200"/>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Primary text</a:t>
            </a:r>
          </a:p>
        </p:txBody>
      </p:sp>
      <p:sp>
        <p:nvSpPr>
          <p:cNvPr id="23" name="">
            <a:extLst xmlns:a="http://schemas.openxmlformats.org/drawingml/2006/main">
              <a:ext uri="{FF2B5EF4-FFF2-40B4-BE49-F238E27FC236}">
                <a16:creationId xmlns:a16="http://schemas.microsoft.com/office/drawing/2014/main" id="{F654B0B8-67ED-463A-9508-07AEC68A0F9B}"/>
              </a:ext>
            </a:extLst>
          </p:cNvPr>
          <p:cNvSpPr>
            <a:spLocks xmlns:a="http://schemas.openxmlformats.org/drawingml/2006/main" noGrp="1"/>
          </p:cNvSpPr>
          <p:nvPr/>
        </p:nvSpPr>
        <p:spPr>
          <a:xfrm xmlns:a="http://schemas.openxmlformats.org/drawingml/2006/main">
            <a:off x="685800" y="4505325"/>
            <a:ext cx="609600" cy="4000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CFA20FE-8D98-4772-9BA2-C56330D4960B}"/>
              </a:ext>
            </a:extLst>
          </p:cNvPr>
          <p:cNvSpPr>
            <a:spLocks xmlns:a="http://schemas.openxmlformats.org/drawingml/2006/main" noGrp="1"/>
          </p:cNvSpPr>
          <p:nvPr/>
        </p:nvSpPr>
        <p:spPr>
          <a:xfrm xmlns:a="http://schemas.openxmlformats.org/drawingml/2006/main">
            <a:off x="1504950" y="45434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Muted</a:t>
            </a:r>
          </a:p>
        </p:txBody>
      </p:sp>
      <p:sp>
        <p:nvSpPr>
          <p:cNvPr id="25" name="">
            <a:extLst xmlns:a="http://schemas.openxmlformats.org/drawingml/2006/main">
              <a:ext uri="{FF2B5EF4-FFF2-40B4-BE49-F238E27FC236}">
                <a16:creationId xmlns:a16="http://schemas.microsoft.com/office/drawing/2014/main" id="{B442476B-2317-4FE2-BDB9-471420E1EB1A}"/>
              </a:ext>
            </a:extLst>
          </p:cNvPr>
          <p:cNvSpPr>
            <a:spLocks xmlns:a="http://schemas.openxmlformats.org/drawingml/2006/main" noGrp="1"/>
          </p:cNvSpPr>
          <p:nvPr/>
        </p:nvSpPr>
        <p:spPr>
          <a:xfrm xmlns:a="http://schemas.openxmlformats.org/drawingml/2006/main">
            <a:off x="3609975" y="45434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#667085</a:t>
            </a:r>
          </a:p>
        </p:txBody>
      </p:sp>
      <p:sp>
        <p:nvSpPr>
          <p:cNvPr id="26" name="">
            <a:extLst xmlns:a="http://schemas.openxmlformats.org/drawingml/2006/main">
              <a:ext uri="{FF2B5EF4-FFF2-40B4-BE49-F238E27FC236}">
                <a16:creationId xmlns:a16="http://schemas.microsoft.com/office/drawing/2014/main" id="{D5358E1E-185E-4414-8515-2038371F4604}"/>
              </a:ext>
            </a:extLst>
          </p:cNvPr>
          <p:cNvSpPr>
            <a:spLocks xmlns:a="http://schemas.openxmlformats.org/drawingml/2006/main" noGrp="1"/>
          </p:cNvSpPr>
          <p:nvPr/>
        </p:nvSpPr>
        <p:spPr>
          <a:xfrm xmlns:a="http://schemas.openxmlformats.org/drawingml/2006/main">
            <a:off x="5905500" y="45434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102, 112, 133</a:t>
            </a:r>
          </a:p>
        </p:txBody>
      </p:sp>
      <p:sp>
        <p:nvSpPr>
          <p:cNvPr id="27" name="">
            <a:extLst xmlns:a="http://schemas.openxmlformats.org/drawingml/2006/main">
              <a:ext uri="{FF2B5EF4-FFF2-40B4-BE49-F238E27FC236}">
                <a16:creationId xmlns:a16="http://schemas.microsoft.com/office/drawing/2014/main" id="{BCE88CFF-43AC-4779-A59D-25AA18945356}"/>
              </a:ext>
            </a:extLst>
          </p:cNvPr>
          <p:cNvSpPr>
            <a:spLocks xmlns:a="http://schemas.openxmlformats.org/drawingml/2006/main" noGrp="1"/>
          </p:cNvSpPr>
          <p:nvPr/>
        </p:nvSpPr>
        <p:spPr>
          <a:xfrm xmlns:a="http://schemas.openxmlformats.org/drawingml/2006/main">
            <a:off x="8172450" y="4543425"/>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Secondary text</a:t>
            </a:r>
          </a:p>
        </p:txBody>
      </p:sp>
      <p:sp>
        <p:nvSpPr>
          <p:cNvPr id="28" name="">
            <a:extLst xmlns:a="http://schemas.openxmlformats.org/drawingml/2006/main">
              <a:ext uri="{FF2B5EF4-FFF2-40B4-BE49-F238E27FC236}">
                <a16:creationId xmlns:a16="http://schemas.microsoft.com/office/drawing/2014/main" id="{6FA6F803-F856-497C-A9CD-D79A22229BAB}"/>
              </a:ext>
            </a:extLst>
          </p:cNvPr>
          <p:cNvSpPr>
            <a:spLocks xmlns:a="http://schemas.openxmlformats.org/drawingml/2006/main" noGrp="1"/>
          </p:cNvSpPr>
          <p:nvPr/>
        </p:nvSpPr>
        <p:spPr>
          <a:xfrm xmlns:a="http://schemas.openxmlformats.org/drawingml/2006/main">
            <a:off x="685800" y="5162550"/>
            <a:ext cx="609600" cy="400050"/>
          </a:xfrm>
          <a:prstGeom xmlns:a="http://schemas.openxmlformats.org/drawingml/2006/main" prst="rect">
            <a:avLst/>
          </a:prstGeom>
          <a:solidFill xmlns:a="http://schemas.openxmlformats.org/drawingml/2006/main">
            <a:srgbClr val="21866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2CA7726-F24F-4777-A198-252331C2243D}"/>
              </a:ext>
            </a:extLst>
          </p:cNvPr>
          <p:cNvSpPr>
            <a:spLocks xmlns:a="http://schemas.openxmlformats.org/drawingml/2006/main" noGrp="1"/>
          </p:cNvSpPr>
          <p:nvPr/>
        </p:nvSpPr>
        <p:spPr>
          <a:xfrm xmlns:a="http://schemas.openxmlformats.org/drawingml/2006/main">
            <a:off x="1504950" y="52006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233D"/>
                </a:solidFill>
                <a:latin typeface="Nimbus Sans"/>
                <a:ea typeface="Nimbus Sans"/>
                <a:cs typeface="Nimbus Sans"/>
              </a:defRPr>
            </a:defPPr>
          </a:lstStyle>
          <a:p xmlns:a="http://schemas.openxmlformats.org/drawingml/2006/main">
            <a:pPr algn="l">
              <a:defRPr sz="1950" b="1">
                <a:solidFill>
                  <a:srgbClr val="17233D"/>
                </a:solidFill>
                <a:latin typeface="Nimbus Sans"/>
                <a:ea typeface="Nimbus Sans"/>
                <a:cs typeface="Nimbus Sans"/>
              </a:defRPr>
            </a:pPr>
            <a:r>
              <a:rPr sz="1950" b="1">
                <a:solidFill>
                  <a:srgbClr val="17233D"/>
                </a:solidFill>
                <a:latin typeface="Nimbus Sans"/>
                <a:ea typeface="Nimbus Sans"/>
                <a:cs typeface="Nimbus Sans"/>
              </a:rPr>
              <a:t>Positive</a:t>
            </a:r>
          </a:p>
        </p:txBody>
      </p:sp>
      <p:sp>
        <p:nvSpPr>
          <p:cNvPr id="30" name="">
            <a:extLst xmlns:a="http://schemas.openxmlformats.org/drawingml/2006/main">
              <a:ext uri="{FF2B5EF4-FFF2-40B4-BE49-F238E27FC236}">
                <a16:creationId xmlns:a16="http://schemas.microsoft.com/office/drawing/2014/main" id="{B80FEE0C-82C5-48A8-B055-A33EA484589E}"/>
              </a:ext>
            </a:extLst>
          </p:cNvPr>
          <p:cNvSpPr>
            <a:spLocks xmlns:a="http://schemas.openxmlformats.org/drawingml/2006/main" noGrp="1"/>
          </p:cNvSpPr>
          <p:nvPr/>
        </p:nvSpPr>
        <p:spPr>
          <a:xfrm xmlns:a="http://schemas.openxmlformats.org/drawingml/2006/main">
            <a:off x="3609975" y="520065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#21866B</a:t>
            </a:r>
          </a:p>
        </p:txBody>
      </p:sp>
      <p:sp>
        <p:nvSpPr>
          <p:cNvPr id="31" name="">
            <a:extLst xmlns:a="http://schemas.openxmlformats.org/drawingml/2006/main">
              <a:ext uri="{FF2B5EF4-FFF2-40B4-BE49-F238E27FC236}">
                <a16:creationId xmlns:a16="http://schemas.microsoft.com/office/drawing/2014/main" id="{078AA401-EB1D-4C63-9047-AEACCECE121C}"/>
              </a:ext>
            </a:extLst>
          </p:cNvPr>
          <p:cNvSpPr>
            <a:spLocks xmlns:a="http://schemas.openxmlformats.org/drawingml/2006/main" noGrp="1"/>
          </p:cNvSpPr>
          <p:nvPr/>
        </p:nvSpPr>
        <p:spPr>
          <a:xfrm xmlns:a="http://schemas.openxmlformats.org/drawingml/2006/main">
            <a:off x="5905500" y="52006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33, 134, 107</a:t>
            </a:r>
          </a:p>
        </p:txBody>
      </p:sp>
      <p:sp>
        <p:nvSpPr>
          <p:cNvPr id="32" name="">
            <a:extLst xmlns:a="http://schemas.openxmlformats.org/drawingml/2006/main">
              <a:ext uri="{FF2B5EF4-FFF2-40B4-BE49-F238E27FC236}">
                <a16:creationId xmlns:a16="http://schemas.microsoft.com/office/drawing/2014/main" id="{9AC6607B-C17B-4C46-B251-A7F87F816A0A}"/>
              </a:ext>
            </a:extLst>
          </p:cNvPr>
          <p:cNvSpPr>
            <a:spLocks xmlns:a="http://schemas.openxmlformats.org/drawingml/2006/main" noGrp="1"/>
          </p:cNvSpPr>
          <p:nvPr/>
        </p:nvSpPr>
        <p:spPr>
          <a:xfrm xmlns:a="http://schemas.openxmlformats.org/drawingml/2006/main">
            <a:off x="8172450" y="5200650"/>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667085"/>
                </a:solidFill>
                <a:latin typeface="Nimbus Sans"/>
                <a:ea typeface="Nimbus Sans"/>
                <a:cs typeface="Nimbus Sans"/>
              </a:defRPr>
            </a:defPPr>
          </a:lstStyle>
          <a:p xmlns:a="http://schemas.openxmlformats.org/drawingml/2006/main">
            <a:pPr algn="l">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Positive markers</a:t>
            </a:r>
          </a:p>
        </p:txBody>
      </p:sp>
      <p:sp>
        <p:nvSpPr>
          <p:cNvPr id="33" name="">
            <a:extLst xmlns:a="http://schemas.openxmlformats.org/drawingml/2006/main">
              <a:ext uri="{FF2B5EF4-FFF2-40B4-BE49-F238E27FC236}">
                <a16:creationId xmlns:a16="http://schemas.microsoft.com/office/drawing/2014/main" id="{55A04834-6453-47BA-9CAB-3E8D537E8BC1}"/>
              </a:ext>
            </a:extLst>
          </p:cNvPr>
          <p:cNvSpPr>
            <a:spLocks xmlns:a="http://schemas.openxmlformats.org/drawingml/2006/main" noGrp="1"/>
          </p:cNvSpPr>
          <p:nvPr/>
        </p:nvSpPr>
        <p:spPr>
          <a:xfrm xmlns:a="http://schemas.openxmlformats.org/drawingml/2006/main">
            <a:off x="3609975" y="13811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1">
                <a:solidFill>
                  <a:srgbClr val="667085"/>
                </a:solidFill>
                <a:latin typeface="Nimbus Sans"/>
                <a:ea typeface="Nimbus Sans"/>
                <a:cs typeface="Nimbus Sans"/>
              </a:defRPr>
            </a:defPPr>
          </a:lstStyle>
          <a:p xmlns:a="http://schemas.openxmlformats.org/drawingml/2006/main">
            <a:pPr algn="l">
              <a:defRPr sz="1500" b="1">
                <a:solidFill>
                  <a:srgbClr val="667085"/>
                </a:solidFill>
                <a:latin typeface="Nimbus Sans"/>
                <a:ea typeface="Nimbus Sans"/>
                <a:cs typeface="Nimbus Sans"/>
              </a:defRPr>
            </a:pPr>
            <a:r>
              <a:rPr sz="1500" b="1">
                <a:solidFill>
                  <a:srgbClr val="667085"/>
                </a:solidFill>
                <a:latin typeface="Nimbus Sans"/>
                <a:ea typeface="Nimbus Sans"/>
                <a:cs typeface="Nimbus Sans"/>
              </a:rPr>
              <a:t>HEX</a:t>
            </a:r>
          </a:p>
        </p:txBody>
      </p:sp>
      <p:sp>
        <p:nvSpPr>
          <p:cNvPr id="34" name="">
            <a:extLst xmlns:a="http://schemas.openxmlformats.org/drawingml/2006/main">
              <a:ext uri="{FF2B5EF4-FFF2-40B4-BE49-F238E27FC236}">
                <a16:creationId xmlns:a16="http://schemas.microsoft.com/office/drawing/2014/main" id="{4E838BAB-1727-4742-B308-1F1A54A59380}"/>
              </a:ext>
            </a:extLst>
          </p:cNvPr>
          <p:cNvSpPr>
            <a:spLocks xmlns:a="http://schemas.openxmlformats.org/drawingml/2006/main" noGrp="1"/>
          </p:cNvSpPr>
          <p:nvPr/>
        </p:nvSpPr>
        <p:spPr>
          <a:xfrm xmlns:a="http://schemas.openxmlformats.org/drawingml/2006/main">
            <a:off x="5905500" y="138112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1">
                <a:solidFill>
                  <a:srgbClr val="667085"/>
                </a:solidFill>
                <a:latin typeface="Nimbus Sans"/>
                <a:ea typeface="Nimbus Sans"/>
                <a:cs typeface="Nimbus Sans"/>
              </a:defRPr>
            </a:defPPr>
          </a:lstStyle>
          <a:p xmlns:a="http://schemas.openxmlformats.org/drawingml/2006/main">
            <a:pPr algn="l">
              <a:defRPr sz="1500" b="1">
                <a:solidFill>
                  <a:srgbClr val="667085"/>
                </a:solidFill>
                <a:latin typeface="Nimbus Sans"/>
                <a:ea typeface="Nimbus Sans"/>
                <a:cs typeface="Nimbus Sans"/>
              </a:defRPr>
            </a:pPr>
            <a:r>
              <a:rPr sz="1500" b="1">
                <a:solidFill>
                  <a:srgbClr val="667085"/>
                </a:solidFill>
                <a:latin typeface="Nimbus Sans"/>
                <a:ea typeface="Nimbus Sans"/>
                <a:cs typeface="Nimbus Sans"/>
              </a:rPr>
              <a:t>RGB</a:t>
            </a:r>
          </a:p>
        </p:txBody>
      </p:sp>
      <p:sp>
        <p:nvSpPr>
          <p:cNvPr id="35" name="">
            <a:extLst xmlns:a="http://schemas.openxmlformats.org/drawingml/2006/main">
              <a:ext uri="{FF2B5EF4-FFF2-40B4-BE49-F238E27FC236}">
                <a16:creationId xmlns:a16="http://schemas.microsoft.com/office/drawing/2014/main" id="{4AAFCDB4-E76A-47DA-A435-CA06970C7310}"/>
              </a:ext>
            </a:extLst>
          </p:cNvPr>
          <p:cNvSpPr>
            <a:spLocks xmlns:a="http://schemas.openxmlformats.org/drawingml/2006/main" noGrp="1"/>
          </p:cNvSpPr>
          <p:nvPr/>
        </p:nvSpPr>
        <p:spPr>
          <a:xfrm xmlns:a="http://schemas.openxmlformats.org/drawingml/2006/main">
            <a:off x="8172450" y="1381125"/>
            <a:ext cx="3295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1">
                <a:solidFill>
                  <a:srgbClr val="667085"/>
                </a:solidFill>
                <a:latin typeface="Nimbus Sans"/>
                <a:ea typeface="Nimbus Sans"/>
                <a:cs typeface="Nimbus Sans"/>
              </a:defRPr>
            </a:defPPr>
          </a:lstStyle>
          <a:p xmlns:a="http://schemas.openxmlformats.org/drawingml/2006/main">
            <a:pPr algn="l">
              <a:defRPr sz="1500" b="1">
                <a:solidFill>
                  <a:srgbClr val="667085"/>
                </a:solidFill>
                <a:latin typeface="Nimbus Sans"/>
                <a:ea typeface="Nimbus Sans"/>
                <a:cs typeface="Nimbus Sans"/>
              </a:defRPr>
            </a:pPr>
            <a:r>
              <a:rPr sz="1500" b="1">
                <a:solidFill>
                  <a:srgbClr val="667085"/>
                </a:solidFill>
                <a:latin typeface="Nimbus Sans"/>
                <a:ea typeface="Nimbus Sans"/>
                <a:cs typeface="Nimbus Sans"/>
              </a:rPr>
              <a:t>ROLE</a:t>
            </a:r>
          </a:p>
        </p:txBody>
      </p:sp>
      <p:sp>
        <p:nvSpPr>
          <p:cNvPr id="36" name="">
            <a:extLst xmlns:a="http://schemas.openxmlformats.org/drawingml/2006/main">
              <a:ext uri="{FF2B5EF4-FFF2-40B4-BE49-F238E27FC236}">
                <a16:creationId xmlns:a16="http://schemas.microsoft.com/office/drawing/2014/main" id="{1C960CFD-4428-4A04-9474-B43DF35902C2}"/>
              </a:ext>
            </a:extLst>
          </p:cNvPr>
          <p:cNvSpPr>
            <a:spLocks xmlns:a="http://schemas.openxmlformats.org/drawingml/2006/main" noGrp="1"/>
          </p:cNvSpPr>
          <p:nvPr/>
        </p:nvSpPr>
        <p:spPr>
          <a:xfrm xmlns:a="http://schemas.openxmlformats.org/drawingml/2006/main">
            <a:off x="685800" y="5972175"/>
            <a:ext cx="108204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A43EA89-C216-42C0-BFEF-6086A3E9C701}"/>
              </a:ext>
            </a:extLst>
          </p:cNvPr>
          <p:cNvSpPr>
            <a:spLocks xmlns:a="http://schemas.openxmlformats.org/drawingml/2006/main" noGrp="1"/>
          </p:cNvSpPr>
          <p:nvPr/>
        </p:nvSpPr>
        <p:spPr>
          <a:xfrm xmlns:a="http://schemas.openxmlformats.org/drawingml/2006/main">
            <a:off x="685800" y="61817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67085"/>
                </a:solidFill>
                <a:latin typeface="Nimbus Sans"/>
                <a:ea typeface="Nimbus Sans"/>
                <a:cs typeface="Nimbus Sans"/>
              </a:defRPr>
            </a:defPPr>
          </a:lstStyle>
          <a:p xmlns:a="http://schemas.openxmlformats.org/drawingml/2006/main">
            <a:pPr algn="l">
              <a:defRPr sz="1650" b="0">
                <a:solidFill>
                  <a:srgbClr val="667085"/>
                </a:solidFill>
                <a:latin typeface="Nimbus Sans"/>
                <a:ea typeface="Nimbus Sans"/>
                <a:cs typeface="Nimbus Sans"/>
              </a:defRPr>
            </a:pPr>
            <a:r>
              <a:rPr sz="1650" b="0">
                <a:solidFill>
                  <a:srgbClr val="667085"/>
                </a:solidFill>
                <a:latin typeface="Nimbus Sans"/>
                <a:ea typeface="Nimbus Sans"/>
                <a:cs typeface="Nimbus Sans"/>
              </a:rPr>
              <a:t>White on navy 10.73:1. Ink on orange 5.73:1. Use orange for accents and ink for text on white.</a:t>
            </a:r>
          </a:p>
        </p:txBody>
      </p:sp>
    </p:spTree>
    <p:extLst>
      <p:ext uri="{BB962C8B-B14F-4D97-AF65-F5344CB8AC3E}">
        <p14:creationId xmlns:p14="http://schemas.microsoft.com/office/powerpoint/2010/main" val="11390897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8B5CD5-2F97-406E-AABE-3DCEDB1B906C}"/>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Typography</a:t>
            </a:r>
          </a:p>
        </p:txBody>
      </p:sp>
      <p:sp>
        <p:nvSpPr>
          <p:cNvPr id="2" name="">
            <a:extLst xmlns:a="http://schemas.openxmlformats.org/drawingml/2006/main">
              <a:ext uri="{FF2B5EF4-FFF2-40B4-BE49-F238E27FC236}">
                <a16:creationId xmlns:a16="http://schemas.microsoft.com/office/drawing/2014/main" id="{D50090C6-E1AD-4DEB-AA1D-83B0B6BDB428}"/>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11</a:t>
            </a:r>
          </a:p>
        </p:txBody>
      </p:sp>
      <p:sp>
        <p:nvSpPr>
          <p:cNvPr id="3" name="">
            <a:extLst xmlns:a="http://schemas.openxmlformats.org/drawingml/2006/main">
              <a:ext uri="{FF2B5EF4-FFF2-40B4-BE49-F238E27FC236}">
                <a16:creationId xmlns:a16="http://schemas.microsoft.com/office/drawing/2014/main" id="{A48D5F98-0070-4F13-AB07-EE77AB91B44C}"/>
              </a:ext>
            </a:extLst>
          </p:cNvPr>
          <p:cNvSpPr>
            <a:spLocks xmlns:a="http://schemas.openxmlformats.org/drawingml/2006/main" noGrp="1"/>
          </p:cNvSpPr>
          <p:nvPr/>
        </p:nvSpPr>
        <p:spPr>
          <a:xfrm xmlns:a="http://schemas.openxmlformats.org/drawingml/2006/main">
            <a:off x="685800" y="1724025"/>
            <a:ext cx="7620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800" b="1">
                <a:solidFill>
                  <a:srgbClr val="243B75"/>
                </a:solidFill>
                <a:latin typeface="Nimbus Sans"/>
                <a:ea typeface="Nimbus Sans"/>
                <a:cs typeface="Nimbus Sans"/>
              </a:defRPr>
            </a:defPPr>
          </a:lstStyle>
          <a:p xmlns:a="http://schemas.openxmlformats.org/drawingml/2006/main">
            <a:pPr algn="l">
              <a:defRPr sz="7800" b="1">
                <a:solidFill>
                  <a:srgbClr val="243B75"/>
                </a:solidFill>
                <a:latin typeface="Nimbus Sans"/>
                <a:ea typeface="Nimbus Sans"/>
                <a:cs typeface="Nimbus Sans"/>
              </a:defRPr>
            </a:pPr>
            <a:r>
              <a:rPr sz="7800" b="1">
                <a:solidFill>
                  <a:srgbClr val="243B75"/>
                </a:solidFill>
                <a:latin typeface="Nimbus Sans"/>
                <a:ea typeface="Nimbus Sans"/>
                <a:cs typeface="Nimbus Sans"/>
              </a:rPr>
              <a:t>Arial</a:t>
            </a:r>
          </a:p>
        </p:txBody>
      </p:sp>
      <p:sp>
        <p:nvSpPr>
          <p:cNvPr id="4" name="">
            <a:extLst xmlns:a="http://schemas.openxmlformats.org/drawingml/2006/main">
              <a:ext uri="{FF2B5EF4-FFF2-40B4-BE49-F238E27FC236}">
                <a16:creationId xmlns:a16="http://schemas.microsoft.com/office/drawing/2014/main" id="{8F98475D-3DB9-497A-9081-AD242A066CB8}"/>
              </a:ext>
            </a:extLst>
          </p:cNvPr>
          <p:cNvSpPr>
            <a:spLocks xmlns:a="http://schemas.openxmlformats.org/drawingml/2006/main" noGrp="1"/>
          </p:cNvSpPr>
          <p:nvPr/>
        </p:nvSpPr>
        <p:spPr>
          <a:xfrm xmlns:a="http://schemas.openxmlformats.org/drawingml/2006/main">
            <a:off x="685800" y="3190875"/>
            <a:ext cx="52959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667085"/>
                </a:solidFill>
                <a:latin typeface="Nimbus Sans"/>
                <a:ea typeface="Nimbus Sans"/>
                <a:cs typeface="Nimbus Sans"/>
              </a:defRPr>
            </a:defPPr>
          </a:lstStyle>
          <a:p xmlns:a="http://schemas.openxmlformats.org/drawingml/2006/main">
            <a:pPr algn="l">
              <a:defRPr sz="2025" b="0">
                <a:solidFill>
                  <a:srgbClr val="667085"/>
                </a:solidFill>
                <a:latin typeface="Nimbus Sans"/>
                <a:ea typeface="Nimbus Sans"/>
                <a:cs typeface="Nimbus Sans"/>
              </a:defRPr>
            </a:pPr>
            <a:r>
              <a:rPr sz="2025" b="0">
                <a:solidFill>
                  <a:srgbClr val="667085"/>
                </a:solidFill>
                <a:latin typeface="Nimbus Sans"/>
                <a:ea typeface="Nimbus Sans"/>
                <a:cs typeface="Nimbus Sans"/>
              </a:rPr>
              <a:t>Arial is the system sans-serif. Use Nimbus Sans or the platform sans-serif when Arial is unavailable.</a:t>
            </a:r>
          </a:p>
        </p:txBody>
      </p:sp>
      <p:sp>
        <p:nvSpPr>
          <p:cNvPr id="5" name="">
            <a:extLst xmlns:a="http://schemas.openxmlformats.org/drawingml/2006/main">
              <a:ext uri="{FF2B5EF4-FFF2-40B4-BE49-F238E27FC236}">
                <a16:creationId xmlns:a16="http://schemas.microsoft.com/office/drawing/2014/main" id="{26D82C4C-D43F-4EF4-BB8F-0CDFF99A4928}"/>
              </a:ext>
            </a:extLst>
          </p:cNvPr>
          <p:cNvSpPr>
            <a:spLocks xmlns:a="http://schemas.openxmlformats.org/drawingml/2006/main" noGrp="1"/>
          </p:cNvSpPr>
          <p:nvPr/>
        </p:nvSpPr>
        <p:spPr>
          <a:xfrm xmlns:a="http://schemas.openxmlformats.org/drawingml/2006/main">
            <a:off x="685800" y="50101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7233D"/>
                </a:solidFill>
                <a:latin typeface="Nimbus Sans"/>
                <a:ea typeface="Nimbus Sans"/>
                <a:cs typeface="Nimbus Sans"/>
              </a:defRPr>
            </a:defPPr>
          </a:lstStyle>
          <a:p xmlns:a="http://schemas.openxmlformats.org/drawingml/2006/main">
            <a:pPr algn="l">
              <a:defRPr sz="1875" b="0">
                <a:solidFill>
                  <a:srgbClr val="17233D"/>
                </a:solidFill>
                <a:latin typeface="Nimbus Sans"/>
                <a:ea typeface="Nimbus Sans"/>
                <a:cs typeface="Nimbus Sans"/>
              </a:defRPr>
            </a:pPr>
            <a:r>
              <a:rPr sz="1875" b="0">
                <a:solidFill>
                  <a:srgbClr val="17233D"/>
                </a:solidFill>
                <a:latin typeface="Nimbus Sans"/>
                <a:ea typeface="Nimbus Sans"/>
                <a:cs typeface="Nimbus Sans"/>
              </a:rPr>
              <a:t>Regular 400</a:t>
            </a:r>
          </a:p>
        </p:txBody>
      </p:sp>
      <p:sp>
        <p:nvSpPr>
          <p:cNvPr id="6" name="">
            <a:extLst xmlns:a="http://schemas.openxmlformats.org/drawingml/2006/main">
              <a:ext uri="{FF2B5EF4-FFF2-40B4-BE49-F238E27FC236}">
                <a16:creationId xmlns:a16="http://schemas.microsoft.com/office/drawing/2014/main" id="{E4A65572-6BF5-4C14-8352-47ECED7EFA18}"/>
              </a:ext>
            </a:extLst>
          </p:cNvPr>
          <p:cNvSpPr>
            <a:spLocks xmlns:a="http://schemas.openxmlformats.org/drawingml/2006/main" noGrp="1"/>
          </p:cNvSpPr>
          <p:nvPr/>
        </p:nvSpPr>
        <p:spPr>
          <a:xfrm xmlns:a="http://schemas.openxmlformats.org/drawingml/2006/main">
            <a:off x="2838450" y="5010150"/>
            <a:ext cx="2019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Medium 600</a:t>
            </a:r>
          </a:p>
        </p:txBody>
      </p:sp>
      <p:sp>
        <p:nvSpPr>
          <p:cNvPr id="7" name="">
            <a:extLst xmlns:a="http://schemas.openxmlformats.org/drawingml/2006/main">
              <a:ext uri="{FF2B5EF4-FFF2-40B4-BE49-F238E27FC236}">
                <a16:creationId xmlns:a16="http://schemas.microsoft.com/office/drawing/2014/main" id="{ABFA8DF0-FC73-4890-B7EE-96C0469B0F98}"/>
              </a:ext>
            </a:extLst>
          </p:cNvPr>
          <p:cNvSpPr>
            <a:spLocks xmlns:a="http://schemas.openxmlformats.org/drawingml/2006/main" noGrp="1"/>
          </p:cNvSpPr>
          <p:nvPr/>
        </p:nvSpPr>
        <p:spPr>
          <a:xfrm xmlns:a="http://schemas.openxmlformats.org/drawingml/2006/main">
            <a:off x="5038725" y="5010150"/>
            <a:ext cx="188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Bold 700</a:t>
            </a:r>
          </a:p>
        </p:txBody>
      </p:sp>
      <p:sp>
        <p:nvSpPr>
          <p:cNvPr id="8" name="">
            <a:extLst xmlns:a="http://schemas.openxmlformats.org/drawingml/2006/main">
              <a:ext uri="{FF2B5EF4-FFF2-40B4-BE49-F238E27FC236}">
                <a16:creationId xmlns:a16="http://schemas.microsoft.com/office/drawing/2014/main" id="{B40BB868-116E-46A1-9EDA-93D1B82127D7}"/>
              </a:ext>
            </a:extLst>
          </p:cNvPr>
          <p:cNvSpPr>
            <a:spLocks xmlns:a="http://schemas.openxmlformats.org/drawingml/2006/main" noGrp="1"/>
          </p:cNvSpPr>
          <p:nvPr/>
        </p:nvSpPr>
        <p:spPr>
          <a:xfrm xmlns:a="http://schemas.openxmlformats.org/drawingml/2006/main">
            <a:off x="7496175" y="2114550"/>
            <a:ext cx="40100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17233D"/>
                </a:solidFill>
                <a:latin typeface="Nimbus Sans"/>
                <a:ea typeface="Nimbus Sans"/>
                <a:cs typeface="Nimbus Sans"/>
              </a:defRPr>
            </a:defPPr>
          </a:lstStyle>
          <a:p xmlns:a="http://schemas.openxmlformats.org/drawingml/2006/main">
            <a:pPr algn="l">
              <a:defRPr sz="3600" b="1">
                <a:solidFill>
                  <a:srgbClr val="17233D"/>
                </a:solidFill>
                <a:latin typeface="Nimbus Sans"/>
                <a:ea typeface="Nimbus Sans"/>
                <a:cs typeface="Nimbus Sans"/>
              </a:defRPr>
            </a:pPr>
            <a:r>
              <a:rPr sz="3600" b="1">
                <a:solidFill>
                  <a:srgbClr val="17233D"/>
                </a:solidFill>
                <a:latin typeface="Nimbus Sans"/>
                <a:ea typeface="Nimbus Sans"/>
                <a:cs typeface="Nimbus Sans"/>
              </a:rPr>
              <a:t>0123456789</a:t>
            </a:r>
          </a:p>
        </p:txBody>
      </p:sp>
      <p:sp>
        <p:nvSpPr>
          <p:cNvPr id="9" name="">
            <a:extLst xmlns:a="http://schemas.openxmlformats.org/drawingml/2006/main">
              <a:ext uri="{FF2B5EF4-FFF2-40B4-BE49-F238E27FC236}">
                <a16:creationId xmlns:a16="http://schemas.microsoft.com/office/drawing/2014/main" id="{537F495D-9EBB-4214-9A1E-39A28CCA7EC4}"/>
              </a:ext>
            </a:extLst>
          </p:cNvPr>
          <p:cNvSpPr>
            <a:spLocks xmlns:a="http://schemas.openxmlformats.org/drawingml/2006/main" noGrp="1"/>
          </p:cNvSpPr>
          <p:nvPr/>
        </p:nvSpPr>
        <p:spPr>
          <a:xfrm xmlns:a="http://schemas.openxmlformats.org/drawingml/2006/main">
            <a:off x="7505700" y="31337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7233D"/>
                </a:solidFill>
                <a:latin typeface="Nimbus Sans"/>
                <a:ea typeface="Nimbus Sans"/>
                <a:cs typeface="Nimbus Sans"/>
              </a:defRPr>
            </a:defPPr>
          </a:lstStyle>
          <a:p xmlns:a="http://schemas.openxmlformats.org/drawingml/2006/main">
            <a:pPr algn="l">
              <a:defRPr sz="2325" b="1">
                <a:solidFill>
                  <a:srgbClr val="17233D"/>
                </a:solidFill>
                <a:latin typeface="Nimbus Sans"/>
                <a:ea typeface="Nimbus Sans"/>
                <a:cs typeface="Nimbus Sans"/>
              </a:defRPr>
            </a:pPr>
            <a:r>
              <a:rPr sz="2325" b="1">
                <a:solidFill>
                  <a:srgbClr val="17233D"/>
                </a:solidFill>
                <a:latin typeface="Nimbus Sans"/>
                <a:ea typeface="Nimbus Sans"/>
                <a:cs typeface="Nimbus Sans"/>
              </a:rPr>
              <a:t>15 px body</a:t>
            </a:r>
          </a:p>
        </p:txBody>
      </p:sp>
      <p:sp>
        <p:nvSpPr>
          <p:cNvPr id="10" name="">
            <a:extLst xmlns:a="http://schemas.openxmlformats.org/drawingml/2006/main">
              <a:ext uri="{FF2B5EF4-FFF2-40B4-BE49-F238E27FC236}">
                <a16:creationId xmlns:a16="http://schemas.microsoft.com/office/drawing/2014/main" id="{307AE541-A0D2-497E-AAD0-49368D8F9536}"/>
              </a:ext>
            </a:extLst>
          </p:cNvPr>
          <p:cNvSpPr>
            <a:spLocks xmlns:a="http://schemas.openxmlformats.org/drawingml/2006/main" noGrp="1"/>
          </p:cNvSpPr>
          <p:nvPr/>
        </p:nvSpPr>
        <p:spPr>
          <a:xfrm xmlns:a="http://schemas.openxmlformats.org/drawingml/2006/main">
            <a:off x="7505700" y="37052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7233D"/>
                </a:solidFill>
                <a:latin typeface="Nimbus Sans"/>
                <a:ea typeface="Nimbus Sans"/>
                <a:cs typeface="Nimbus Sans"/>
              </a:defRPr>
            </a:defPPr>
          </a:lstStyle>
          <a:p xmlns:a="http://schemas.openxmlformats.org/drawingml/2006/main">
            <a:pPr algn="l">
              <a:defRPr sz="2025" b="0">
                <a:solidFill>
                  <a:srgbClr val="17233D"/>
                </a:solidFill>
                <a:latin typeface="Nimbus Sans"/>
                <a:ea typeface="Nimbus Sans"/>
                <a:cs typeface="Nimbus Sans"/>
              </a:defRPr>
            </a:pPr>
            <a:r>
              <a:rPr sz="2025" b="0">
                <a:solidFill>
                  <a:srgbClr val="17233D"/>
                </a:solidFill>
                <a:latin typeface="Nimbus Sans"/>
                <a:ea typeface="Nimbus Sans"/>
                <a:cs typeface="Nimbus Sans"/>
              </a:rPr>
              <a:t>12 px supporting labels</a:t>
            </a:r>
          </a:p>
        </p:txBody>
      </p:sp>
      <p:sp>
        <p:nvSpPr>
          <p:cNvPr id="11" name="">
            <a:extLst xmlns:a="http://schemas.openxmlformats.org/drawingml/2006/main">
              <a:ext uri="{FF2B5EF4-FFF2-40B4-BE49-F238E27FC236}">
                <a16:creationId xmlns:a16="http://schemas.microsoft.com/office/drawing/2014/main" id="{334D4A5D-BB1A-4D87-986E-609A8B8E0412}"/>
              </a:ext>
            </a:extLst>
          </p:cNvPr>
          <p:cNvSpPr>
            <a:spLocks xmlns:a="http://schemas.openxmlformats.org/drawingml/2006/main" noGrp="1"/>
          </p:cNvSpPr>
          <p:nvPr/>
        </p:nvSpPr>
        <p:spPr>
          <a:xfrm xmlns:a="http://schemas.openxmlformats.org/drawingml/2006/main">
            <a:off x="7505700" y="42767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7233D"/>
                </a:solidFill>
                <a:latin typeface="Nimbus Sans"/>
                <a:ea typeface="Nimbus Sans"/>
                <a:cs typeface="Nimbus Sans"/>
              </a:defRPr>
            </a:defPPr>
          </a:lstStyle>
          <a:p xmlns:a="http://schemas.openxmlformats.org/drawingml/2006/main">
            <a:pPr algn="l">
              <a:defRPr sz="2325" b="1">
                <a:solidFill>
                  <a:srgbClr val="17233D"/>
                </a:solidFill>
                <a:latin typeface="Nimbus Sans"/>
                <a:ea typeface="Nimbus Sans"/>
                <a:cs typeface="Nimbus Sans"/>
              </a:defRPr>
            </a:pPr>
            <a:r>
              <a:rPr sz="2325" b="1">
                <a:solidFill>
                  <a:srgbClr val="17233D"/>
                </a:solidFill>
                <a:latin typeface="Nimbus Sans"/>
                <a:ea typeface="Nimbus Sans"/>
                <a:cs typeface="Nimbus Sans"/>
              </a:rPr>
              <a:t>24-32 px page titles</a:t>
            </a:r>
          </a:p>
        </p:txBody>
      </p:sp>
      <p:sp>
        <p:nvSpPr>
          <p:cNvPr id="12" name="">
            <a:extLst xmlns:a="http://schemas.openxmlformats.org/drawingml/2006/main">
              <a:ext uri="{FF2B5EF4-FFF2-40B4-BE49-F238E27FC236}">
                <a16:creationId xmlns:a16="http://schemas.microsoft.com/office/drawing/2014/main" id="{9976183C-B579-43A7-891D-0FA0F988B4E3}"/>
              </a:ext>
            </a:extLst>
          </p:cNvPr>
          <p:cNvSpPr>
            <a:spLocks xmlns:a="http://schemas.openxmlformats.org/drawingml/2006/main" noGrp="1"/>
          </p:cNvSpPr>
          <p:nvPr/>
        </p:nvSpPr>
        <p:spPr>
          <a:xfrm xmlns:a="http://schemas.openxmlformats.org/drawingml/2006/main">
            <a:off x="7505700" y="4914900"/>
            <a:ext cx="3790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667085"/>
                </a:solidFill>
                <a:latin typeface="Nimbus Sans"/>
                <a:ea typeface="Nimbus Sans"/>
                <a:cs typeface="Nimbus Sans"/>
              </a:defRPr>
            </a:defPPr>
          </a:lstStyle>
          <a:p xmlns:a="http://schemas.openxmlformats.org/drawingml/2006/main">
            <a:pPr algn="l">
              <a:defRPr sz="2025" b="0">
                <a:solidFill>
                  <a:srgbClr val="667085"/>
                </a:solidFill>
                <a:latin typeface="Nimbus Sans"/>
                <a:ea typeface="Nimbus Sans"/>
                <a:cs typeface="Nimbus Sans"/>
              </a:defRPr>
            </a:pPr>
            <a:r>
              <a:rPr sz="2025" b="0">
                <a:solidFill>
                  <a:srgbClr val="667085"/>
                </a:solidFill>
                <a:latin typeface="Nimbus Sans"/>
                <a:ea typeface="Nimbus Sans"/>
                <a:cs typeface="Nimbus Sans"/>
              </a:rPr>
              <a:t>Tabular numerals for metrics</a:t>
            </a:r>
          </a:p>
        </p:txBody>
      </p:sp>
      <p:sp>
        <p:nvSpPr>
          <p:cNvPr id="13" name="">
            <a:extLst xmlns:a="http://schemas.openxmlformats.org/drawingml/2006/main">
              <a:ext uri="{FF2B5EF4-FFF2-40B4-BE49-F238E27FC236}">
                <a16:creationId xmlns:a16="http://schemas.microsoft.com/office/drawing/2014/main" id="{2219CF25-7838-4680-AA43-D2B3CC9C7ABF}"/>
              </a:ext>
            </a:extLst>
          </p:cNvPr>
          <p:cNvSpPr>
            <a:spLocks xmlns:a="http://schemas.openxmlformats.org/drawingml/2006/main" noGrp="1"/>
          </p:cNvSpPr>
          <p:nvPr/>
        </p:nvSpPr>
        <p:spPr>
          <a:xfrm xmlns:a="http://schemas.openxmlformats.org/drawingml/2006/main">
            <a:off x="685800" y="59721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Keep the wordmark as supplied vector artwork. Its outlined letters are separate from interface type.</a:t>
            </a:r>
          </a:p>
        </p:txBody>
      </p:sp>
    </p:spTree>
    <p:extLst>
      <p:ext uri="{BB962C8B-B14F-4D97-AF65-F5344CB8AC3E}">
        <p14:creationId xmlns:p14="http://schemas.microsoft.com/office/powerpoint/2010/main" val="15004920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B617437-C08B-4FCE-AAF0-29463BF5BE5C}"/>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Icons and information graphics</a:t>
            </a:r>
          </a:p>
        </p:txBody>
      </p:sp>
      <p:sp>
        <p:nvSpPr>
          <p:cNvPr id="2" name="">
            <a:extLst xmlns:a="http://schemas.openxmlformats.org/drawingml/2006/main">
              <a:ext uri="{FF2B5EF4-FFF2-40B4-BE49-F238E27FC236}">
                <a16:creationId xmlns:a16="http://schemas.microsoft.com/office/drawing/2014/main" id="{9D9BE405-1435-41B2-8B32-ECBF1C268F6D}"/>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12</a:t>
            </a:r>
          </a:p>
        </p:txBody>
      </p:sp>
      <p:pic>
        <p:nvPicPr>
          <p:cNvPr id="3" name="">
            <a:extLst xmlns:a="http://schemas.openxmlformats.org/drawingml/2006/main">
              <a:ext uri="{FF2B5EF4-FFF2-40B4-BE49-F238E27FC236}">
                <a16:creationId xmlns:a16="http://schemas.microsoft.com/office/drawing/2014/main" id="{DC7D3639-8C32-4506-A421-AF2D708A7849}"/>
              </a:ext>
            </a:extLst>
          </p:cNvPr>
          <p:cNvPicPr>
            <a:picLocks xmlns:a="http://schemas.openxmlformats.org/drawingml/2006/main" noChangeAspect="1"/>
          </p:cNvPicPr>
          <p:nvPr/>
        </p:nvPicPr>
        <p:blipFill>
          <a:blip xmlns:r="http://schemas.openxmlformats.org/officeDocument/2006/relationships" xmlns:a="http://schemas.openxmlformats.org/drawingml/2006/main" r:embed="R24f2433baf1f44c8">
            <a:extLst>
              <a:ext uri="{96DAC541-7B7A-43D3-8B79-37D633B846F1}">
                <asvg:svgBlip xmlns:asvg="http://schemas.microsoft.com/office/drawing/2016/SVG/main" r:embed="R4d4a3cd1d5ae40ba"/>
              </a:ext>
            </a:extLst>
          </a:blip>
          <a:stretch xmlns:a="http://schemas.openxmlformats.org/drawingml/2006/main"/>
        </p:blipFill>
        <p:spPr>
          <a:xfrm xmlns:a="http://schemas.openxmlformats.org/drawingml/2006/main">
            <a:off x="685800" y="1676400"/>
            <a:ext cx="457200" cy="457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11CF58-8AC7-4F92-BE74-6C8A5EDD6AC7}"/>
              </a:ext>
            </a:extLst>
          </p:cNvPr>
          <p:cNvSpPr>
            <a:spLocks xmlns:a="http://schemas.openxmlformats.org/drawingml/2006/main" noGrp="1"/>
          </p:cNvSpPr>
          <p:nvPr/>
        </p:nvSpPr>
        <p:spPr>
          <a:xfrm xmlns:a="http://schemas.openxmlformats.org/drawingml/2006/main">
            <a:off x="1304925" y="1752600"/>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Station</a:t>
            </a:r>
          </a:p>
        </p:txBody>
      </p:sp>
      <p:pic>
        <p:nvPicPr>
          <p:cNvPr id="5" name="">
            <a:extLst xmlns:a="http://schemas.openxmlformats.org/drawingml/2006/main">
              <a:ext uri="{FF2B5EF4-FFF2-40B4-BE49-F238E27FC236}">
                <a16:creationId xmlns:a16="http://schemas.microsoft.com/office/drawing/2014/main" id="{932D3574-6F43-42D4-871D-9A090DCA29C7}"/>
              </a:ext>
            </a:extLst>
          </p:cNvPr>
          <p:cNvPicPr>
            <a:picLocks xmlns:a="http://schemas.openxmlformats.org/drawingml/2006/main" noChangeAspect="1"/>
          </p:cNvPicPr>
          <p:nvPr/>
        </p:nvPicPr>
        <p:blipFill>
          <a:blip xmlns:r="http://schemas.openxmlformats.org/officeDocument/2006/relationships" xmlns:a="http://schemas.openxmlformats.org/drawingml/2006/main" r:embed="R3ab152ea17214ee2">
            <a:extLst>
              <a:ext uri="{96DAC541-7B7A-43D3-8B79-37D633B846F1}">
                <asvg:svgBlip xmlns:asvg="http://schemas.microsoft.com/office/drawing/2016/SVG/main" r:embed="R01e9230a9f3a4c27"/>
              </a:ext>
            </a:extLst>
          </a:blip>
          <a:stretch xmlns:a="http://schemas.openxmlformats.org/drawingml/2006/main"/>
        </p:blipFill>
        <p:spPr>
          <a:xfrm xmlns:a="http://schemas.openxmlformats.org/drawingml/2006/main">
            <a:off x="3257550" y="1676400"/>
            <a:ext cx="457200" cy="457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8060AA-1ED6-435C-8F0F-96C71E7B84B0}"/>
              </a:ext>
            </a:extLst>
          </p:cNvPr>
          <p:cNvSpPr>
            <a:spLocks xmlns:a="http://schemas.openxmlformats.org/drawingml/2006/main" noGrp="1"/>
          </p:cNvSpPr>
          <p:nvPr/>
        </p:nvSpPr>
        <p:spPr>
          <a:xfrm xmlns:a="http://schemas.openxmlformats.org/drawingml/2006/main">
            <a:off x="3876675" y="1752600"/>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Tenants</a:t>
            </a:r>
          </a:p>
        </p:txBody>
      </p:sp>
      <p:pic>
        <p:nvPicPr>
          <p:cNvPr id="7" name="">
            <a:extLst xmlns:a="http://schemas.openxmlformats.org/drawingml/2006/main">
              <a:ext uri="{FF2B5EF4-FFF2-40B4-BE49-F238E27FC236}">
                <a16:creationId xmlns:a16="http://schemas.microsoft.com/office/drawing/2014/main" id="{18E9B1CE-B86C-41D0-80A6-28E347338F2D}"/>
              </a:ext>
            </a:extLst>
          </p:cNvPr>
          <p:cNvPicPr>
            <a:picLocks xmlns:a="http://schemas.openxmlformats.org/drawingml/2006/main" noChangeAspect="1"/>
          </p:cNvPicPr>
          <p:nvPr/>
        </p:nvPicPr>
        <p:blipFill>
          <a:blip xmlns:r="http://schemas.openxmlformats.org/officeDocument/2006/relationships" xmlns:a="http://schemas.openxmlformats.org/drawingml/2006/main" r:embed="R650897fd3c164a28">
            <a:extLst>
              <a:ext uri="{96DAC541-7B7A-43D3-8B79-37D633B846F1}">
                <asvg:svgBlip xmlns:asvg="http://schemas.microsoft.com/office/drawing/2016/SVG/main" r:embed="R200040b75cf64d38"/>
              </a:ext>
            </a:extLst>
          </a:blip>
          <a:stretch xmlns:a="http://schemas.openxmlformats.org/drawingml/2006/main"/>
        </p:blipFill>
        <p:spPr>
          <a:xfrm xmlns:a="http://schemas.openxmlformats.org/drawingml/2006/main">
            <a:off x="5829300" y="1676400"/>
            <a:ext cx="457200" cy="457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A68FA4-3648-4303-82E1-62A819F67053}"/>
              </a:ext>
            </a:extLst>
          </p:cNvPr>
          <p:cNvSpPr>
            <a:spLocks xmlns:a="http://schemas.openxmlformats.org/drawingml/2006/main" noGrp="1"/>
          </p:cNvSpPr>
          <p:nvPr/>
        </p:nvSpPr>
        <p:spPr>
          <a:xfrm xmlns:a="http://schemas.openxmlformats.org/drawingml/2006/main">
            <a:off x="6448425" y="1752600"/>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Overview</a:t>
            </a:r>
          </a:p>
        </p:txBody>
      </p:sp>
      <p:pic>
        <p:nvPicPr>
          <p:cNvPr id="9" name="">
            <a:extLst xmlns:a="http://schemas.openxmlformats.org/drawingml/2006/main">
              <a:ext uri="{FF2B5EF4-FFF2-40B4-BE49-F238E27FC236}">
                <a16:creationId xmlns:a16="http://schemas.microsoft.com/office/drawing/2014/main" id="{2F3A1B99-489B-4195-B3B8-45005983EC2C}"/>
              </a:ext>
            </a:extLst>
          </p:cNvPr>
          <p:cNvPicPr>
            <a:picLocks xmlns:a="http://schemas.openxmlformats.org/drawingml/2006/main" noChangeAspect="1"/>
          </p:cNvPicPr>
          <p:nvPr/>
        </p:nvPicPr>
        <p:blipFill>
          <a:blip xmlns:r="http://schemas.openxmlformats.org/officeDocument/2006/relationships" xmlns:a="http://schemas.openxmlformats.org/drawingml/2006/main" r:embed="R69ddf6db45224b2a">
            <a:extLst>
              <a:ext uri="{96DAC541-7B7A-43D3-8B79-37D633B846F1}">
                <asvg:svgBlip xmlns:asvg="http://schemas.microsoft.com/office/drawing/2016/SVG/main" r:embed="Re646c910e260406c"/>
              </a:ext>
            </a:extLst>
          </a:blip>
          <a:stretch xmlns:a="http://schemas.openxmlformats.org/drawingml/2006/main"/>
        </p:blipFill>
        <p:spPr>
          <a:xfrm xmlns:a="http://schemas.openxmlformats.org/drawingml/2006/main">
            <a:off x="8401050" y="1676400"/>
            <a:ext cx="4572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07D4513-AB6E-48A2-B70A-928F4306152A}"/>
              </a:ext>
            </a:extLst>
          </p:cNvPr>
          <p:cNvSpPr>
            <a:spLocks xmlns:a="http://schemas.openxmlformats.org/drawingml/2006/main" noGrp="1"/>
          </p:cNvSpPr>
          <p:nvPr/>
        </p:nvSpPr>
        <p:spPr>
          <a:xfrm xmlns:a="http://schemas.openxmlformats.org/drawingml/2006/main">
            <a:off x="9020175" y="1752600"/>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Average wait</a:t>
            </a:r>
          </a:p>
        </p:txBody>
      </p:sp>
      <p:sp>
        <p:nvSpPr>
          <p:cNvPr id="11" name="">
            <a:extLst xmlns:a="http://schemas.openxmlformats.org/drawingml/2006/main">
              <a:ext uri="{FF2B5EF4-FFF2-40B4-BE49-F238E27FC236}">
                <a16:creationId xmlns:a16="http://schemas.microsoft.com/office/drawing/2014/main" id="{723953C2-18B6-4B5A-A127-2241881AB77C}"/>
              </a:ext>
            </a:extLst>
          </p:cNvPr>
          <p:cNvSpPr>
            <a:spLocks xmlns:a="http://schemas.openxmlformats.org/drawingml/2006/main" noGrp="1"/>
          </p:cNvSpPr>
          <p:nvPr/>
        </p:nvSpPr>
        <p:spPr>
          <a:xfrm xmlns:a="http://schemas.openxmlformats.org/drawingml/2006/main">
            <a:off x="685800" y="24765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667085"/>
                </a:solidFill>
                <a:latin typeface="Nimbus Sans"/>
                <a:ea typeface="Nimbus Sans"/>
                <a:cs typeface="Nimbus Sans"/>
              </a:defRPr>
            </a:defPPr>
          </a:lstStyle>
          <a:p xmlns:a="http://schemas.openxmlformats.org/drawingml/2006/main">
            <a:pPr algn="l">
              <a:defRPr sz="1950" b="0">
                <a:solidFill>
                  <a:srgbClr val="667085"/>
                </a:solidFill>
                <a:latin typeface="Nimbus Sans"/>
                <a:ea typeface="Nimbus Sans"/>
                <a:cs typeface="Nimbus Sans"/>
              </a:defRPr>
            </a:pPr>
            <a:r>
              <a:rPr sz="1950" b="0">
                <a:solidFill>
                  <a:srgbClr val="667085"/>
                </a:solidFill>
                <a:latin typeface="Nimbus Sans"/>
                <a:ea typeface="Nimbus Sans"/>
                <a:cs typeface="Nimbus Sans"/>
              </a:rPr>
              <a:t>24 px grid. 2 px stroke. Labels carry the meaning.</a:t>
            </a:r>
          </a:p>
        </p:txBody>
      </p:sp>
      <p:graphicFrame>
        <p:nvGraphicFramePr>
          <p:cNvPr id="12" name="Chart">
            <a:extLst xmlns:a="http://schemas.openxmlformats.org/drawingml/2006/main">
              <a:ext uri="{FF2B5EF4-FFF2-40B4-BE49-F238E27FC236}">
                <a16:creationId xmlns:a16="http://schemas.microsoft.com/office/drawing/2014/main" id="{C0CE51D6-7358-44B3-A866-D2084FC1984B}"/>
              </a:ext>
            </a:extLst>
          </p:cNvPr>
          <p:cNvGraphicFramePr/>
          <p:nvPr/>
        </p:nvGraphicFramePr>
        <p:xfrm>
          <a:off xmlns:a="http://schemas.openxmlformats.org/drawingml/2006/main" x="685800" y="3457575"/>
          <a:ext xmlns:a="http://schemas.openxmlformats.org/drawingml/2006/main" cx="6477000" cy="2286000"/>
        </p:xfrm>
        <a:graphic xmlns:a="http://schemas.openxmlformats.org/drawingml/2006/main">
          <a:graphicData uri="http://schemas.openxmlformats.org/drawingml/2006/chart">
            <c:chart xmlns:r="http://schemas.openxmlformats.org/officeDocument/2006/relationships" xmlns:c="http://schemas.openxmlformats.org/drawingml/2006/chart" r:id="Rd084108ad049494e"/>
          </a:graphicData>
        </a:graphic>
      </p:graphicFrame>
      <p:sp>
        <p:nvSpPr>
          <p:cNvPr id="13" name="">
            <a:extLst xmlns:a="http://schemas.openxmlformats.org/drawingml/2006/main">
              <a:ext uri="{FF2B5EF4-FFF2-40B4-BE49-F238E27FC236}">
                <a16:creationId xmlns:a16="http://schemas.microsoft.com/office/drawing/2014/main" id="{9778C24D-F7DC-442D-80C8-057DFF497A36}"/>
              </a:ext>
            </a:extLst>
          </p:cNvPr>
          <p:cNvSpPr>
            <a:spLocks xmlns:a="http://schemas.openxmlformats.org/drawingml/2006/main" noGrp="1"/>
          </p:cNvSpPr>
          <p:nvPr/>
        </p:nvSpPr>
        <p:spPr>
          <a:xfrm xmlns:a="http://schemas.openxmlformats.org/drawingml/2006/main">
            <a:off x="685800" y="305752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7233D"/>
                </a:solidFill>
                <a:latin typeface="Nimbus Sans"/>
                <a:ea typeface="Nimbus Sans"/>
                <a:cs typeface="Nimbus Sans"/>
              </a:defRPr>
            </a:defPPr>
          </a:lstStyle>
          <a:p xmlns:a="http://schemas.openxmlformats.org/drawingml/2006/main">
            <a:pPr algn="l">
              <a:defRPr sz="1875" b="1">
                <a:solidFill>
                  <a:srgbClr val="17233D"/>
                </a:solidFill>
                <a:latin typeface="Nimbus Sans"/>
                <a:ea typeface="Nimbus Sans"/>
                <a:cs typeface="Nimbus Sans"/>
              </a:defRPr>
            </a:pPr>
            <a:r>
              <a:rPr sz="1875" b="1">
                <a:solidFill>
                  <a:srgbClr val="17233D"/>
                </a:solidFill>
                <a:latin typeface="Nimbus Sans"/>
                <a:ea typeface="Nimbus Sans"/>
                <a:cs typeface="Nimbus Sans"/>
              </a:rPr>
              <a:t>People present</a:t>
            </a:r>
          </a:p>
        </p:txBody>
      </p:sp>
      <p:sp>
        <p:nvSpPr>
          <p:cNvPr id="14" name="">
            <a:extLst xmlns:a="http://schemas.openxmlformats.org/drawingml/2006/main">
              <a:ext uri="{FF2B5EF4-FFF2-40B4-BE49-F238E27FC236}">
                <a16:creationId xmlns:a16="http://schemas.microsoft.com/office/drawing/2014/main" id="{0A8FF56D-3A96-4F55-A530-9E042E431DB2}"/>
              </a:ext>
            </a:extLst>
          </p:cNvPr>
          <p:cNvSpPr>
            <a:spLocks xmlns:a="http://schemas.openxmlformats.org/drawingml/2006/main" noGrp="1"/>
          </p:cNvSpPr>
          <p:nvPr/>
        </p:nvSpPr>
        <p:spPr>
          <a:xfrm xmlns:a="http://schemas.openxmlformats.org/drawingml/2006/main">
            <a:off x="8277225" y="3467100"/>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233D"/>
                </a:solidFill>
                <a:latin typeface="Nimbus Sans"/>
                <a:ea typeface="Nimbus Sans"/>
                <a:cs typeface="Nimbus Sans"/>
              </a:defRPr>
            </a:defPPr>
          </a:lstStyle>
          <a:p xmlns:a="http://schemas.openxmlformats.org/drawingml/2006/main">
            <a:pPr algn="l">
              <a:defRPr sz="2175" b="1">
                <a:solidFill>
                  <a:srgbClr val="17233D"/>
                </a:solidFill>
                <a:latin typeface="Nimbus Sans"/>
                <a:ea typeface="Nimbus Sans"/>
                <a:cs typeface="Nimbus Sans"/>
              </a:defRPr>
            </a:pPr>
            <a:r>
              <a:rPr sz="2175" b="1">
                <a:solidFill>
                  <a:srgbClr val="17233D"/>
                </a:solidFill>
                <a:latin typeface="Nimbus Sans"/>
                <a:ea typeface="Nimbus Sans"/>
                <a:cs typeface="Nimbus Sans"/>
              </a:rPr>
              <a:t>Plan saved</a:t>
            </a:r>
          </a:p>
        </p:txBody>
      </p:sp>
      <p:pic>
        <p:nvPicPr>
          <p:cNvPr id="15" name="">
            <a:extLst xmlns:a="http://schemas.openxmlformats.org/drawingml/2006/main">
              <a:ext uri="{FF2B5EF4-FFF2-40B4-BE49-F238E27FC236}">
                <a16:creationId xmlns:a16="http://schemas.microsoft.com/office/drawing/2014/main" id="{080F1803-FB16-4905-98AB-2650E6AAD05C}"/>
              </a:ext>
            </a:extLst>
          </p:cNvPr>
          <p:cNvPicPr>
            <a:picLocks xmlns:a="http://schemas.openxmlformats.org/drawingml/2006/main" noChangeAspect="1"/>
          </p:cNvPicPr>
          <p:nvPr/>
        </p:nvPicPr>
        <p:blipFill>
          <a:blip xmlns:r="http://schemas.openxmlformats.org/officeDocument/2006/relationships" xmlns:a="http://schemas.openxmlformats.org/drawingml/2006/main" r:embed="R3c03407e1b12432d">
            <a:extLst>
              <a:ext uri="{96DAC541-7B7A-43D3-8B79-37D633B846F1}">
                <asvg:svgBlip xmlns:asvg="http://schemas.microsoft.com/office/drawing/2016/SVG/main" r:embed="Rf1387d4d324147fd"/>
              </a:ext>
            </a:extLst>
          </a:blip>
          <a:stretch xmlns:a="http://schemas.openxmlformats.org/drawingml/2006/main"/>
        </p:blipFill>
        <p:spPr>
          <a:xfrm xmlns:a="http://schemas.openxmlformats.org/drawingml/2006/main">
            <a:off x="7667625" y="3448050"/>
            <a:ext cx="419100" cy="4191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5A86405-BA81-40B7-8772-6EF4A34D9BD7}"/>
              </a:ext>
            </a:extLst>
          </p:cNvPr>
          <p:cNvSpPr>
            <a:spLocks xmlns:a="http://schemas.openxmlformats.org/drawingml/2006/main" noGrp="1"/>
          </p:cNvSpPr>
          <p:nvPr/>
        </p:nvSpPr>
        <p:spPr>
          <a:xfrm xmlns:a="http://schemas.openxmlformats.org/drawingml/2006/main">
            <a:off x="7667625" y="4162425"/>
            <a:ext cx="38385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667085"/>
                </a:solidFill>
                <a:latin typeface="Nimbus Sans"/>
                <a:ea typeface="Nimbus Sans"/>
                <a:cs typeface="Nimbus Sans"/>
              </a:defRPr>
            </a:defPPr>
          </a:lstStyle>
          <a:p xmlns:a="http://schemas.openxmlformats.org/drawingml/2006/main">
            <a:pPr algn="l">
              <a:defRPr sz="1950" b="0">
                <a:solidFill>
                  <a:srgbClr val="667085"/>
                </a:solidFill>
                <a:latin typeface="Nimbus Sans"/>
                <a:ea typeface="Nimbus Sans"/>
                <a:cs typeface="Nimbus Sans"/>
              </a:defRPr>
            </a:pPr>
            <a:r>
              <a:rPr sz="1950" b="0">
                <a:solidFill>
                  <a:srgbClr val="667085"/>
                </a:solidFill>
                <a:latin typeface="Nimbus Sans"/>
                <a:ea typeface="Nimbus Sans"/>
                <a:cs typeface="Nimbus Sans"/>
              </a:rPr>
              <a:t>Pair status colours with text. Keep time and units visible near every chart.</a:t>
            </a:r>
          </a:p>
        </p:txBody>
      </p:sp>
      <p:sp>
        <p:nvSpPr>
          <p:cNvPr id="17" name="">
            <a:extLst xmlns:a="http://schemas.openxmlformats.org/drawingml/2006/main">
              <a:ext uri="{FF2B5EF4-FFF2-40B4-BE49-F238E27FC236}">
                <a16:creationId xmlns:a16="http://schemas.microsoft.com/office/drawing/2014/main" id="{F3E0B5A0-890D-4878-8F52-FB26E7E35A3E}"/>
              </a:ext>
            </a:extLst>
          </p:cNvPr>
          <p:cNvSpPr>
            <a:spLocks xmlns:a="http://schemas.openxmlformats.org/drawingml/2006/main" noGrp="1"/>
          </p:cNvSpPr>
          <p:nvPr/>
        </p:nvSpPr>
        <p:spPr>
          <a:xfrm xmlns:a="http://schemas.openxmlformats.org/drawingml/2006/main">
            <a:off x="685800" y="59721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667085"/>
                </a:solidFill>
                <a:latin typeface="Nimbus Sans"/>
                <a:ea typeface="Nimbus Sans"/>
                <a:cs typeface="Nimbus Sans"/>
              </a:defRPr>
            </a:defPPr>
          </a:lstStyle>
          <a:p xmlns:a="http://schemas.openxmlformats.org/drawingml/2006/main">
            <a:pPr algn="l">
              <a:defRPr sz="1575" b="0">
                <a:solidFill>
                  <a:srgbClr val="667085"/>
                </a:solidFill>
                <a:latin typeface="Nimbus Sans"/>
                <a:ea typeface="Nimbus Sans"/>
                <a:cs typeface="Nimbus Sans"/>
              </a:defRPr>
            </a:pPr>
            <a:r>
              <a:rPr sz="1575" b="0">
                <a:solidFill>
                  <a:srgbClr val="667085"/>
                </a:solidFill>
                <a:latin typeface="Nimbus Sans"/>
                <a:ea typeface="Nimbus Sans"/>
                <a:cs typeface="Nimbus Sans"/>
              </a:rPr>
              <a:t>Illustrative design sample</a:t>
            </a:r>
          </a:p>
        </p:txBody>
      </p:sp>
    </p:spTree>
    <p:extLst>
      <p:ext uri="{BB962C8B-B14F-4D97-AF65-F5344CB8AC3E}">
        <p14:creationId xmlns:p14="http://schemas.microsoft.com/office/powerpoint/2010/main" val="21158092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6E6196-1B0B-4F55-85A8-DEC36BC738A8}"/>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3D world style</a:t>
            </a:r>
          </a:p>
        </p:txBody>
      </p:sp>
      <p:sp>
        <p:nvSpPr>
          <p:cNvPr id="2" name="">
            <a:extLst xmlns:a="http://schemas.openxmlformats.org/drawingml/2006/main">
              <a:ext uri="{FF2B5EF4-FFF2-40B4-BE49-F238E27FC236}">
                <a16:creationId xmlns:a16="http://schemas.microsoft.com/office/drawing/2014/main" id="{258796B2-9F61-4831-A6AC-58ADFC072711}"/>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13</a:t>
            </a:r>
          </a:p>
        </p:txBody>
      </p:sp>
      <p:pic>
        <p:nvPicPr>
          <p:cNvPr id="3" name="">
            <a:extLst xmlns:a="http://schemas.openxmlformats.org/drawingml/2006/main">
              <a:ext uri="{FF2B5EF4-FFF2-40B4-BE49-F238E27FC236}">
                <a16:creationId xmlns:a16="http://schemas.microsoft.com/office/drawing/2014/main" id="{655EFF18-966A-45AE-94C2-E2DC83FADE4A}"/>
              </a:ext>
            </a:extLst>
          </p:cNvPr>
          <p:cNvPicPr>
            <a:picLocks xmlns:a="http://schemas.openxmlformats.org/drawingml/2006/main" noChangeAspect="1"/>
          </p:cNvPicPr>
          <p:nvPr/>
        </p:nvPicPr>
        <p:blipFill>
          <a:blip xmlns:r="http://schemas.openxmlformats.org/officeDocument/2006/relationships" xmlns:a="http://schemas.openxmlformats.org/drawingml/2006/main" r:embed="Radb4e07d6040491a"/>
          <a:stretch xmlns:a="http://schemas.openxmlformats.org/drawingml/2006/main"/>
        </p:blipFill>
        <p:spPr>
          <a:xfrm xmlns:a="http://schemas.openxmlformats.org/drawingml/2006/main">
            <a:off x="1168003" y="1809750"/>
            <a:ext cx="5893594" cy="3667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7AC047-25CB-4003-AA64-C9D5DED93B96}"/>
              </a:ext>
            </a:extLst>
          </p:cNvPr>
          <p:cNvSpPr>
            <a:spLocks xmlns:a="http://schemas.openxmlformats.org/drawingml/2006/main" noGrp="1"/>
          </p:cNvSpPr>
          <p:nvPr/>
        </p:nvSpPr>
        <p:spPr>
          <a:xfrm xmlns:a="http://schemas.openxmlformats.org/drawingml/2006/main">
            <a:off x="685800" y="56673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Station geometry example</a:t>
            </a:r>
          </a:p>
        </p:txBody>
      </p:sp>
      <p:sp>
        <p:nvSpPr>
          <p:cNvPr id="5" name="">
            <a:extLst xmlns:a="http://schemas.openxmlformats.org/drawingml/2006/main">
              <a:ext uri="{FF2B5EF4-FFF2-40B4-BE49-F238E27FC236}">
                <a16:creationId xmlns:a16="http://schemas.microsoft.com/office/drawing/2014/main" id="{C9170696-DFB5-43B4-855D-637C4B79C29B}"/>
              </a:ext>
            </a:extLst>
          </p:cNvPr>
          <p:cNvSpPr>
            <a:spLocks xmlns:a="http://schemas.openxmlformats.org/drawingml/2006/main" noGrp="1"/>
          </p:cNvSpPr>
          <p:nvPr/>
        </p:nvSpPr>
        <p:spPr>
          <a:xfrm xmlns:a="http://schemas.openxmlformats.org/drawingml/2006/main">
            <a:off x="8077200" y="1895475"/>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243B75"/>
                </a:solidFill>
                <a:latin typeface="Nimbus Sans"/>
                <a:ea typeface="Nimbus Sans"/>
                <a:cs typeface="Nimbus Sans"/>
              </a:defRPr>
            </a:defPPr>
          </a:lstStyle>
          <a:p xmlns:a="http://schemas.openxmlformats.org/drawingml/2006/main">
            <a:pPr algn="l">
              <a:defRPr sz="2550" b="1">
                <a:solidFill>
                  <a:srgbClr val="243B75"/>
                </a:solidFill>
                <a:latin typeface="Nimbus Sans"/>
                <a:ea typeface="Nimbus Sans"/>
                <a:cs typeface="Nimbus Sans"/>
              </a:defRPr>
            </a:pPr>
            <a:r>
              <a:rPr sz="2550" b="1">
                <a:solidFill>
                  <a:srgbClr val="243B75"/>
                </a:solidFill>
                <a:latin typeface="Nimbus Sans"/>
                <a:ea typeface="Nimbus Sans"/>
                <a:cs typeface="Nimbus Sans"/>
              </a:rPr>
              <a:t>Readable architecture</a:t>
            </a:r>
          </a:p>
        </p:txBody>
      </p:sp>
      <p:sp>
        <p:nvSpPr>
          <p:cNvPr id="6" name="">
            <a:extLst xmlns:a="http://schemas.openxmlformats.org/drawingml/2006/main">
              <a:ext uri="{FF2B5EF4-FFF2-40B4-BE49-F238E27FC236}">
                <a16:creationId xmlns:a16="http://schemas.microsoft.com/office/drawing/2014/main" id="{F87E2EC3-E74D-4C43-AA05-7FD3B0164B5C}"/>
              </a:ext>
            </a:extLst>
          </p:cNvPr>
          <p:cNvSpPr>
            <a:spLocks xmlns:a="http://schemas.openxmlformats.org/drawingml/2006/main" noGrp="1"/>
          </p:cNvSpPr>
          <p:nvPr/>
        </p:nvSpPr>
        <p:spPr>
          <a:xfrm xmlns:a="http://schemas.openxmlformats.org/drawingml/2006/main">
            <a:off x="8077200" y="277177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667085"/>
                </a:solidFill>
                <a:latin typeface="Nimbus Sans"/>
                <a:ea typeface="Nimbus Sans"/>
                <a:cs typeface="Nimbus Sans"/>
              </a:defRPr>
            </a:defPPr>
          </a:lstStyle>
          <a:p xmlns:a="http://schemas.openxmlformats.org/drawingml/2006/main">
            <a:pPr algn="l">
              <a:defRPr sz="1950" b="0">
                <a:solidFill>
                  <a:srgbClr val="667085"/>
                </a:solidFill>
                <a:latin typeface="Nimbus Sans"/>
                <a:ea typeface="Nimbus Sans"/>
                <a:cs typeface="Nimbus Sans"/>
              </a:defRPr>
            </a:pPr>
            <a:r>
              <a:rPr sz="1950" b="0">
                <a:solidFill>
                  <a:srgbClr val="667085"/>
                </a:solidFill>
                <a:latin typeface="Nimbus Sans"/>
                <a:ea typeface="Nimbus Sans"/>
                <a:cs typeface="Nimbus Sans"/>
              </a:rPr>
              <a:t>Pale roof trusses and a cream hall keep routes visible.</a:t>
            </a:r>
          </a:p>
        </p:txBody>
      </p:sp>
      <p:sp>
        <p:nvSpPr>
          <p:cNvPr id="7" name="">
            <a:extLst xmlns:a="http://schemas.openxmlformats.org/drawingml/2006/main">
              <a:ext uri="{FF2B5EF4-FFF2-40B4-BE49-F238E27FC236}">
                <a16:creationId xmlns:a16="http://schemas.microsoft.com/office/drawing/2014/main" id="{EF526DDE-4FE6-4246-8C96-DB1848CBBBA9}"/>
              </a:ext>
            </a:extLst>
          </p:cNvPr>
          <p:cNvSpPr>
            <a:spLocks xmlns:a="http://schemas.openxmlformats.org/drawingml/2006/main" noGrp="1"/>
          </p:cNvSpPr>
          <p:nvPr/>
        </p:nvSpPr>
        <p:spPr>
          <a:xfrm xmlns:a="http://schemas.openxmlformats.org/drawingml/2006/main">
            <a:off x="8077200" y="41243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243B75"/>
                </a:solidFill>
                <a:latin typeface="Nimbus Sans"/>
                <a:ea typeface="Nimbus Sans"/>
                <a:cs typeface="Nimbus Sans"/>
              </a:defRPr>
            </a:defPPr>
          </a:lstStyle>
          <a:p xmlns:a="http://schemas.openxmlformats.org/drawingml/2006/main">
            <a:pPr algn="l">
              <a:defRPr sz="2325" b="1">
                <a:solidFill>
                  <a:srgbClr val="243B75"/>
                </a:solidFill>
                <a:latin typeface="Nimbus Sans"/>
                <a:ea typeface="Nimbus Sans"/>
                <a:cs typeface="Nimbus Sans"/>
              </a:defRPr>
            </a:pPr>
            <a:r>
              <a:rPr sz="2325" b="1">
                <a:solidFill>
                  <a:srgbClr val="243B75"/>
                </a:solidFill>
                <a:latin typeface="Nimbus Sans"/>
                <a:ea typeface="Nimbus Sans"/>
                <a:cs typeface="Nimbus Sans"/>
              </a:rPr>
              <a:t>Simple characters</a:t>
            </a:r>
          </a:p>
        </p:txBody>
      </p:sp>
      <p:sp>
        <p:nvSpPr>
          <p:cNvPr id="8" name="">
            <a:extLst xmlns:a="http://schemas.openxmlformats.org/drawingml/2006/main">
              <a:ext uri="{FF2B5EF4-FFF2-40B4-BE49-F238E27FC236}">
                <a16:creationId xmlns:a16="http://schemas.microsoft.com/office/drawing/2014/main" id="{57686F87-DA73-4E60-BD90-1648731E62B8}"/>
              </a:ext>
            </a:extLst>
          </p:cNvPr>
          <p:cNvSpPr>
            <a:spLocks xmlns:a="http://schemas.openxmlformats.org/drawingml/2006/main" noGrp="1"/>
          </p:cNvSpPr>
          <p:nvPr/>
        </p:nvSpPr>
        <p:spPr>
          <a:xfrm xmlns:a="http://schemas.openxmlformats.org/drawingml/2006/main">
            <a:off x="8077200" y="4676775"/>
            <a:ext cx="333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667085"/>
                </a:solidFill>
                <a:latin typeface="Nimbus Sans"/>
                <a:ea typeface="Nimbus Sans"/>
                <a:cs typeface="Nimbus Sans"/>
              </a:defRPr>
            </a:defPPr>
          </a:lstStyle>
          <a:p xmlns:a="http://schemas.openxmlformats.org/drawingml/2006/main">
            <a:pPr algn="l">
              <a:defRPr sz="1950" b="0">
                <a:solidFill>
                  <a:srgbClr val="667085"/>
                </a:solidFill>
                <a:latin typeface="Nimbus Sans"/>
                <a:ea typeface="Nimbus Sans"/>
                <a:cs typeface="Nimbus Sans"/>
              </a:defRPr>
            </a:pPr>
            <a:r>
              <a:rPr sz="1950" b="0">
                <a:solidFill>
                  <a:srgbClr val="667085"/>
                </a:solidFill>
                <a:latin typeface="Nimbus Sans"/>
                <a:ea typeface="Nimbus Sans"/>
                <a:cs typeface="Nimbus Sans"/>
              </a:rPr>
              <a:t>A rounded head and compact body show movement with restrained detail.</a:t>
            </a:r>
          </a:p>
        </p:txBody>
      </p:sp>
    </p:spTree>
    <p:extLst>
      <p:ext uri="{BB962C8B-B14F-4D97-AF65-F5344CB8AC3E}">
        <p14:creationId xmlns:p14="http://schemas.microsoft.com/office/powerpoint/2010/main" val="17773515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F09E042-B1B3-44CB-92D3-0E977586B0EF}"/>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Desktop application</a:t>
            </a:r>
          </a:p>
        </p:txBody>
      </p:sp>
      <p:sp>
        <p:nvSpPr>
          <p:cNvPr id="2" name="">
            <a:extLst xmlns:a="http://schemas.openxmlformats.org/drawingml/2006/main">
              <a:ext uri="{FF2B5EF4-FFF2-40B4-BE49-F238E27FC236}">
                <a16:creationId xmlns:a16="http://schemas.microsoft.com/office/drawing/2014/main" id="{3274C0F7-545A-416B-BD23-99BBAB50DF35}"/>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14</a:t>
            </a:r>
          </a:p>
        </p:txBody>
      </p:sp>
      <p:sp>
        <p:nvSpPr>
          <p:cNvPr id="3" name="">
            <a:extLst xmlns:a="http://schemas.openxmlformats.org/drawingml/2006/main">
              <a:ext uri="{FF2B5EF4-FFF2-40B4-BE49-F238E27FC236}">
                <a16:creationId xmlns:a16="http://schemas.microsoft.com/office/drawing/2014/main" id="{1B788921-57C0-46E1-8189-0448A9A85C83}"/>
              </a:ext>
            </a:extLst>
          </p:cNvPr>
          <p:cNvSpPr>
            <a:spLocks xmlns:a="http://schemas.openxmlformats.org/drawingml/2006/main" noGrp="1"/>
          </p:cNvSpPr>
          <p:nvPr/>
        </p:nvSpPr>
        <p:spPr>
          <a:xfrm xmlns:a="http://schemas.openxmlformats.org/drawingml/2006/main">
            <a:off x="685800" y="1466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Application specifications</a:t>
            </a:r>
          </a:p>
        </p:txBody>
      </p:sp>
      <p:sp>
        <p:nvSpPr>
          <p:cNvPr id="4" name="">
            <a:extLst xmlns:a="http://schemas.openxmlformats.org/drawingml/2006/main">
              <a:ext uri="{FF2B5EF4-FFF2-40B4-BE49-F238E27FC236}">
                <a16:creationId xmlns:a16="http://schemas.microsoft.com/office/drawing/2014/main" id="{8F778D90-84D6-497A-A1A5-3977F8108D4E}"/>
              </a:ext>
            </a:extLst>
          </p:cNvPr>
          <p:cNvSpPr>
            <a:spLocks xmlns:a="http://schemas.openxmlformats.org/drawingml/2006/main" noGrp="1"/>
          </p:cNvSpPr>
          <p:nvPr/>
        </p:nvSpPr>
        <p:spPr>
          <a:xfrm xmlns:a="http://schemas.openxmlformats.org/drawingml/2006/main">
            <a:off x="685800" y="2238375"/>
            <a:ext cx="10820400" cy="3105150"/>
          </a:xfrm>
          <a:prstGeom xmlns:a="http://schemas.openxmlformats.org/drawingml/2006/main" prst="rect">
            <a:avLst/>
          </a:prstGeom>
          <a:solidFill xmlns:a="http://schemas.openxmlformats.org/drawingml/2006/main">
            <a:srgbClr val="FFFFFF"/>
          </a:solidFill>
          <a:ln xmlns:a="http://schemas.openxmlformats.org/drawingml/2006/main" w="19050">
            <a:solidFill>
              <a:srgbClr val="ADB9D3"/>
            </a:solidFill>
            <a:prstDash val="solid"/>
          </a:ln>
        </p:spPr>
      </p:sp>
      <p:sp>
        <p:nvSpPr>
          <p:cNvPr id="5" name="">
            <a:extLst xmlns:a="http://schemas.openxmlformats.org/drawingml/2006/main">
              <a:ext uri="{FF2B5EF4-FFF2-40B4-BE49-F238E27FC236}">
                <a16:creationId xmlns:a16="http://schemas.microsoft.com/office/drawing/2014/main" id="{0B6C06DE-319C-4996-AE7F-CEAAB1059E8D}"/>
              </a:ext>
            </a:extLst>
          </p:cNvPr>
          <p:cNvSpPr>
            <a:spLocks xmlns:a="http://schemas.openxmlformats.org/drawingml/2006/main" noGrp="1"/>
          </p:cNvSpPr>
          <p:nvPr/>
        </p:nvSpPr>
        <p:spPr>
          <a:xfrm xmlns:a="http://schemas.openxmlformats.org/drawingml/2006/main">
            <a:off x="685800" y="2867025"/>
            <a:ext cx="10820400" cy="9525"/>
          </a:xfrm>
          <a:prstGeom xmlns:a="http://schemas.openxmlformats.org/drawingml/2006/main" prst="rect">
            <a:avLst/>
          </a:prstGeom>
          <a:solidFill xmlns:a="http://schemas.openxmlformats.org/drawingml/2006/main">
            <a:srgbClr val="ADB9D3"/>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B0A591B8-12C7-403D-B14D-0164849D7FFF}"/>
              </a:ext>
            </a:extLst>
          </p:cNvPr>
          <p:cNvPicPr>
            <a:picLocks xmlns:a="http://schemas.openxmlformats.org/drawingml/2006/main" noChangeAspect="1"/>
          </p:cNvPicPr>
          <p:nvPr/>
        </p:nvPicPr>
        <p:blipFill>
          <a:blip xmlns:r="http://schemas.openxmlformats.org/officeDocument/2006/relationships" xmlns:a="http://schemas.openxmlformats.org/drawingml/2006/main" r:embed="R95271a9d10854ae9">
            <a:extLst>
              <a:ext uri="{96DAC541-7B7A-43D3-8B79-37D633B846F1}">
                <asvg:svgBlip xmlns:asvg="http://schemas.microsoft.com/office/drawing/2016/SVG/main" r:embed="R7c1a87b66e8c44ce"/>
              </a:ext>
            </a:extLst>
          </a:blip>
          <a:stretch xmlns:a="http://schemas.openxmlformats.org/drawingml/2006/main"/>
        </p:blipFill>
        <p:spPr>
          <a:xfrm xmlns:a="http://schemas.openxmlformats.org/drawingml/2006/main">
            <a:off x="914400" y="2362200"/>
            <a:ext cx="1552575" cy="40981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AF446D-B5AD-46F8-B189-CA4361725908}"/>
              </a:ext>
            </a:extLst>
          </p:cNvPr>
          <p:cNvSpPr>
            <a:spLocks xmlns:a="http://schemas.openxmlformats.org/drawingml/2006/main" noGrp="1"/>
          </p:cNvSpPr>
          <p:nvPr/>
        </p:nvSpPr>
        <p:spPr>
          <a:xfrm xmlns:a="http://schemas.openxmlformats.org/drawingml/2006/main">
            <a:off x="5953125" y="2505075"/>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875" b="0">
                <a:solidFill>
                  <a:srgbClr val="667085"/>
                </a:solidFill>
                <a:latin typeface="Nimbus Sans"/>
                <a:ea typeface="Nimbus Sans"/>
                <a:cs typeface="Nimbus Sans"/>
              </a:defRPr>
            </a:defPPr>
          </a:lstStyle>
          <a:p xmlns:a="http://schemas.openxmlformats.org/drawingml/2006/main">
            <a:pPr algn="r">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Station, role and language</a:t>
            </a:r>
          </a:p>
        </p:txBody>
      </p:sp>
      <p:sp>
        <p:nvSpPr>
          <p:cNvPr id="8" name="">
            <a:extLst xmlns:a="http://schemas.openxmlformats.org/drawingml/2006/main">
              <a:ext uri="{FF2B5EF4-FFF2-40B4-BE49-F238E27FC236}">
                <a16:creationId xmlns:a16="http://schemas.microsoft.com/office/drawing/2014/main" id="{1B96ADDB-9E75-4169-BC82-FA63BC922AC2}"/>
              </a:ext>
            </a:extLst>
          </p:cNvPr>
          <p:cNvSpPr>
            <a:spLocks xmlns:a="http://schemas.openxmlformats.org/drawingml/2006/main" noGrp="1"/>
          </p:cNvSpPr>
          <p:nvPr/>
        </p:nvSpPr>
        <p:spPr>
          <a:xfrm xmlns:a="http://schemas.openxmlformats.org/drawingml/2006/main">
            <a:off x="685800" y="2876550"/>
            <a:ext cx="1704975" cy="2457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882DDF-ED1A-4879-B93E-FD6B803A4295}"/>
              </a:ext>
            </a:extLst>
          </p:cNvPr>
          <p:cNvSpPr>
            <a:spLocks xmlns:a="http://schemas.openxmlformats.org/drawingml/2006/main" noGrp="1"/>
          </p:cNvSpPr>
          <p:nvPr/>
        </p:nvSpPr>
        <p:spPr>
          <a:xfrm xmlns:a="http://schemas.openxmlformats.org/drawingml/2006/main">
            <a:off x="8724900" y="2876550"/>
            <a:ext cx="2781300" cy="2457450"/>
          </a:xfrm>
          <a:prstGeom xmlns:a="http://schemas.openxmlformats.org/drawingml/2006/main" prst="rect">
            <a:avLst/>
          </a:prstGeom>
          <a:solidFill xmlns:a="http://schemas.openxmlformats.org/drawingml/2006/main">
            <a:srgbClr val="F5F7F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78A8A0-18A3-4398-AF9E-BAD7F7168B89}"/>
              </a:ext>
            </a:extLst>
          </p:cNvPr>
          <p:cNvSpPr>
            <a:spLocks xmlns:a="http://schemas.openxmlformats.org/drawingml/2006/main" noGrp="1"/>
          </p:cNvSpPr>
          <p:nvPr/>
        </p:nvSpPr>
        <p:spPr>
          <a:xfrm xmlns:a="http://schemas.openxmlformats.org/drawingml/2006/main">
            <a:off x="857250" y="3905250"/>
            <a:ext cx="1447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243B75"/>
                </a:solidFill>
                <a:latin typeface="Nimbus Sans"/>
                <a:ea typeface="Nimbus Sans"/>
                <a:cs typeface="Nimbus Sans"/>
              </a:defRPr>
            </a:defPPr>
          </a:lstStyle>
          <a:p xmlns:a="http://schemas.openxmlformats.org/drawingml/2006/main">
            <a:pPr algn="l">
              <a:defRPr sz="1950" b="1">
                <a:solidFill>
                  <a:srgbClr val="243B75"/>
                </a:solidFill>
                <a:latin typeface="Nimbus Sans"/>
                <a:ea typeface="Nimbus Sans"/>
                <a:cs typeface="Nimbus Sans"/>
              </a:defRPr>
            </a:pPr>
            <a:r>
              <a:rPr sz="1950" b="1">
                <a:solidFill>
                  <a:srgbClr val="243B75"/>
                </a:solidFill>
                <a:latin typeface="Nimbus Sans"/>
                <a:ea typeface="Nimbus Sans"/>
                <a:cs typeface="Nimbus Sans"/>
              </a:rPr>
              <a:t>Navigation</a:t>
            </a:r>
          </a:p>
        </p:txBody>
      </p:sp>
      <p:sp>
        <p:nvSpPr>
          <p:cNvPr id="11" name="">
            <a:extLst xmlns:a="http://schemas.openxmlformats.org/drawingml/2006/main">
              <a:ext uri="{FF2B5EF4-FFF2-40B4-BE49-F238E27FC236}">
                <a16:creationId xmlns:a16="http://schemas.microsoft.com/office/drawing/2014/main" id="{148E2968-35A5-4B9E-9FC5-5D10F3281E40}"/>
              </a:ext>
            </a:extLst>
          </p:cNvPr>
          <p:cNvSpPr>
            <a:spLocks xmlns:a="http://schemas.openxmlformats.org/drawingml/2006/main" noGrp="1"/>
          </p:cNvSpPr>
          <p:nvPr/>
        </p:nvSpPr>
        <p:spPr>
          <a:xfrm xmlns:a="http://schemas.openxmlformats.org/drawingml/2006/main">
            <a:off x="3095625" y="35718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000" b="1">
                <a:solidFill>
                  <a:srgbClr val="243B75"/>
                </a:solidFill>
                <a:latin typeface="Nimbus Sans"/>
                <a:ea typeface="Nimbus Sans"/>
                <a:cs typeface="Nimbus Sans"/>
              </a:defRPr>
            </a:defPPr>
          </a:lstStyle>
          <a:p xmlns:a="http://schemas.openxmlformats.org/drawingml/2006/main">
            <a:pPr algn="ctr">
              <a:defRPr sz="3000" b="1">
                <a:solidFill>
                  <a:srgbClr val="243B75"/>
                </a:solidFill>
                <a:latin typeface="Nimbus Sans"/>
                <a:ea typeface="Nimbus Sans"/>
                <a:cs typeface="Nimbus Sans"/>
              </a:defRPr>
            </a:pPr>
            <a:r>
              <a:rPr sz="3000" b="1">
                <a:solidFill>
                  <a:srgbClr val="243B75"/>
                </a:solidFill>
                <a:latin typeface="Nimbus Sans"/>
                <a:ea typeface="Nimbus Sans"/>
                <a:cs typeface="Nimbus Sans"/>
              </a:rPr>
              <a:t>Station scene</a:t>
            </a:r>
          </a:p>
        </p:txBody>
      </p:sp>
      <p:sp>
        <p:nvSpPr>
          <p:cNvPr id="12" name="">
            <a:extLst xmlns:a="http://schemas.openxmlformats.org/drawingml/2006/main">
              <a:ext uri="{FF2B5EF4-FFF2-40B4-BE49-F238E27FC236}">
                <a16:creationId xmlns:a16="http://schemas.microsoft.com/office/drawing/2014/main" id="{7E6C468A-0F78-4B60-AD51-ABCF472C1E37}"/>
              </a:ext>
            </a:extLst>
          </p:cNvPr>
          <p:cNvSpPr>
            <a:spLocks xmlns:a="http://schemas.openxmlformats.org/drawingml/2006/main" noGrp="1"/>
          </p:cNvSpPr>
          <p:nvPr/>
        </p:nvSpPr>
        <p:spPr>
          <a:xfrm xmlns:a="http://schemas.openxmlformats.org/drawingml/2006/main">
            <a:off x="2714625" y="4219575"/>
            <a:ext cx="5591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875" b="0">
                <a:solidFill>
                  <a:srgbClr val="667085"/>
                </a:solidFill>
                <a:latin typeface="Nimbus Sans"/>
                <a:ea typeface="Nimbus Sans"/>
                <a:cs typeface="Nimbus Sans"/>
              </a:defRPr>
            </a:defPPr>
          </a:lstStyle>
          <a:p xmlns:a="http://schemas.openxmlformats.org/drawingml/2006/main">
            <a:pPr algn="ctr">
              <a:defRPr sz="1875" b="0">
                <a:solidFill>
                  <a:srgbClr val="667085"/>
                </a:solidFill>
                <a:latin typeface="Nimbus Sans"/>
                <a:ea typeface="Nimbus Sans"/>
                <a:cs typeface="Nimbus Sans"/>
              </a:defRPr>
            </a:pPr>
            <a:r>
              <a:rPr sz="1875" b="0">
                <a:solidFill>
                  <a:srgbClr val="667085"/>
                </a:solidFill>
                <a:latin typeface="Nimbus Sans"/>
                <a:ea typeface="Nimbus Sans"/>
                <a:cs typeface="Nimbus Sans"/>
              </a:rPr>
              <a:t>View and selection controls</a:t>
            </a:r>
          </a:p>
        </p:txBody>
      </p:sp>
      <p:sp>
        <p:nvSpPr>
          <p:cNvPr id="13" name="">
            <a:extLst xmlns:a="http://schemas.openxmlformats.org/drawingml/2006/main">
              <a:ext uri="{FF2B5EF4-FFF2-40B4-BE49-F238E27FC236}">
                <a16:creationId xmlns:a16="http://schemas.microsoft.com/office/drawing/2014/main" id="{3D026180-76E6-4A06-9302-A40B84052BC0}"/>
              </a:ext>
            </a:extLst>
          </p:cNvPr>
          <p:cNvSpPr>
            <a:spLocks xmlns:a="http://schemas.openxmlformats.org/drawingml/2006/main" noGrp="1"/>
          </p:cNvSpPr>
          <p:nvPr/>
        </p:nvSpPr>
        <p:spPr>
          <a:xfrm xmlns:a="http://schemas.openxmlformats.org/drawingml/2006/main">
            <a:off x="9001125" y="3619500"/>
            <a:ext cx="22955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243B75"/>
                </a:solidFill>
                <a:latin typeface="Nimbus Sans"/>
                <a:ea typeface="Nimbus Sans"/>
                <a:cs typeface="Nimbus Sans"/>
              </a:defRPr>
            </a:defPPr>
          </a:lstStyle>
          <a:p xmlns:a="http://schemas.openxmlformats.org/drawingml/2006/main">
            <a:pPr algn="l">
              <a:defRPr sz="2475" b="1">
                <a:solidFill>
                  <a:srgbClr val="243B75"/>
                </a:solidFill>
                <a:latin typeface="Nimbus Sans"/>
                <a:ea typeface="Nimbus Sans"/>
                <a:cs typeface="Nimbus Sans"/>
              </a:defRPr>
            </a:pPr>
            <a:r>
              <a:rPr sz="2475" b="1">
                <a:solidFill>
                  <a:srgbClr val="243B75"/>
                </a:solidFill>
                <a:latin typeface="Nimbus Sans"/>
                <a:ea typeface="Nimbus Sans"/>
                <a:cs typeface="Nimbus Sans"/>
              </a:rPr>
              <a:t>Contextual</a:t>
            </a:r>
          </a:p>
          <a:p xmlns:a="http://schemas.openxmlformats.org/drawingml/2006/main">
            <a:pPr algn="l">
              <a:defRPr sz="2475" b="1">
                <a:solidFill>
                  <a:srgbClr val="243B75"/>
                </a:solidFill>
                <a:latin typeface="Nimbus Sans"/>
                <a:ea typeface="Nimbus Sans"/>
                <a:cs typeface="Nimbus Sans"/>
              </a:defRPr>
            </a:pPr>
            <a:r>
              <a:rPr sz="2475" b="1">
                <a:solidFill>
                  <a:srgbClr val="243B75"/>
                </a:solidFill>
                <a:latin typeface="Nimbus Sans"/>
                <a:ea typeface="Nimbus Sans"/>
                <a:cs typeface="Nimbus Sans"/>
              </a:rPr>
              <a:t>inspector</a:t>
            </a:r>
          </a:p>
        </p:txBody>
      </p:sp>
      <p:sp>
        <p:nvSpPr>
          <p:cNvPr id="14" name="">
            <a:extLst xmlns:a="http://schemas.openxmlformats.org/drawingml/2006/main">
              <a:ext uri="{FF2B5EF4-FFF2-40B4-BE49-F238E27FC236}">
                <a16:creationId xmlns:a16="http://schemas.microsoft.com/office/drawing/2014/main" id="{FD20154C-BF55-49F9-8A23-F8F56117D16D}"/>
              </a:ext>
            </a:extLst>
          </p:cNvPr>
          <p:cNvSpPr>
            <a:spLocks xmlns:a="http://schemas.openxmlformats.org/drawingml/2006/main" noGrp="1"/>
          </p:cNvSpPr>
          <p:nvPr/>
        </p:nvSpPr>
        <p:spPr>
          <a:xfrm xmlns:a="http://schemas.openxmlformats.org/drawingml/2006/main">
            <a:off x="685800" y="5724525"/>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233D"/>
                </a:solidFill>
                <a:latin typeface="Nimbus Sans"/>
                <a:ea typeface="Nimbus Sans"/>
                <a:cs typeface="Nimbus Sans"/>
              </a:defRPr>
            </a:defPPr>
          </a:lstStyle>
          <a:p xmlns:a="http://schemas.openxmlformats.org/drawingml/2006/main">
            <a:pPr algn="l">
              <a:defRPr sz="2025" b="1">
                <a:solidFill>
                  <a:srgbClr val="17233D"/>
                </a:solidFill>
                <a:latin typeface="Nimbus Sans"/>
                <a:ea typeface="Nimbus Sans"/>
                <a:cs typeface="Nimbus Sans"/>
              </a:defRPr>
            </a:pPr>
            <a:r>
              <a:rPr sz="2025" b="1">
                <a:solidFill>
                  <a:srgbClr val="17233D"/>
                </a:solidFill>
                <a:latin typeface="Nimbus Sans"/>
                <a:ea typeface="Nimbus Sans"/>
                <a:cs typeface="Nimbus Sans"/>
              </a:rPr>
              <a:t>Header signature</a:t>
            </a:r>
          </a:p>
        </p:txBody>
      </p:sp>
      <p:sp>
        <p:nvSpPr>
          <p:cNvPr id="15" name="">
            <a:extLst xmlns:a="http://schemas.openxmlformats.org/drawingml/2006/main">
              <a:ext uri="{FF2B5EF4-FFF2-40B4-BE49-F238E27FC236}">
                <a16:creationId xmlns:a16="http://schemas.microsoft.com/office/drawing/2014/main" id="{46892E33-8C6B-4F3B-A44C-D30BB0ABEC0F}"/>
              </a:ext>
            </a:extLst>
          </p:cNvPr>
          <p:cNvSpPr>
            <a:spLocks xmlns:a="http://schemas.openxmlformats.org/drawingml/2006/main" noGrp="1"/>
          </p:cNvSpPr>
          <p:nvPr/>
        </p:nvSpPr>
        <p:spPr>
          <a:xfrm xmlns:a="http://schemas.openxmlformats.org/drawingml/2006/main">
            <a:off x="4476750" y="5724525"/>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233D"/>
                </a:solidFill>
                <a:latin typeface="Nimbus Sans"/>
                <a:ea typeface="Nimbus Sans"/>
                <a:cs typeface="Nimbus Sans"/>
              </a:defRPr>
            </a:defPPr>
          </a:lstStyle>
          <a:p xmlns:a="http://schemas.openxmlformats.org/drawingml/2006/main">
            <a:pPr algn="l">
              <a:defRPr sz="2025" b="1">
                <a:solidFill>
                  <a:srgbClr val="17233D"/>
                </a:solidFill>
                <a:latin typeface="Nimbus Sans"/>
                <a:ea typeface="Nimbus Sans"/>
                <a:cs typeface="Nimbus Sans"/>
              </a:defRPr>
            </a:pPr>
            <a:r>
              <a:rPr sz="2025" b="1">
                <a:solidFill>
                  <a:srgbClr val="17233D"/>
                </a:solidFill>
                <a:latin typeface="Nimbus Sans"/>
                <a:ea typeface="Nimbus Sans"/>
                <a:cs typeface="Nimbus Sans"/>
              </a:rPr>
              <a:t>Primary content</a:t>
            </a:r>
          </a:p>
        </p:txBody>
      </p:sp>
      <p:sp>
        <p:nvSpPr>
          <p:cNvPr id="16" name="">
            <a:extLst xmlns:a="http://schemas.openxmlformats.org/drawingml/2006/main">
              <a:ext uri="{FF2B5EF4-FFF2-40B4-BE49-F238E27FC236}">
                <a16:creationId xmlns:a16="http://schemas.microsoft.com/office/drawing/2014/main" id="{B96370CE-FBB3-4E65-851A-564A33FF60ED}"/>
              </a:ext>
            </a:extLst>
          </p:cNvPr>
          <p:cNvSpPr>
            <a:spLocks xmlns:a="http://schemas.openxmlformats.org/drawingml/2006/main" noGrp="1"/>
          </p:cNvSpPr>
          <p:nvPr/>
        </p:nvSpPr>
        <p:spPr>
          <a:xfrm xmlns:a="http://schemas.openxmlformats.org/drawingml/2006/main">
            <a:off x="8267700" y="5724525"/>
            <a:ext cx="323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233D"/>
                </a:solidFill>
                <a:latin typeface="Nimbus Sans"/>
                <a:ea typeface="Nimbus Sans"/>
                <a:cs typeface="Nimbus Sans"/>
              </a:defRPr>
            </a:defPPr>
          </a:lstStyle>
          <a:p xmlns:a="http://schemas.openxmlformats.org/drawingml/2006/main">
            <a:pPr algn="l">
              <a:defRPr sz="2025" b="1">
                <a:solidFill>
                  <a:srgbClr val="17233D"/>
                </a:solidFill>
                <a:latin typeface="Nimbus Sans"/>
                <a:ea typeface="Nimbus Sans"/>
                <a:cs typeface="Nimbus Sans"/>
              </a:defRPr>
            </a:pPr>
            <a:r>
              <a:rPr sz="2025" b="1">
                <a:solidFill>
                  <a:srgbClr val="17233D"/>
                </a:solidFill>
                <a:latin typeface="Nimbus Sans"/>
                <a:ea typeface="Nimbus Sans"/>
                <a:cs typeface="Nimbus Sans"/>
              </a:rPr>
              <a:t>Selected details</a:t>
            </a:r>
          </a:p>
        </p:txBody>
      </p:sp>
      <p:sp>
        <p:nvSpPr>
          <p:cNvPr id="17" name="">
            <a:extLst xmlns:a="http://schemas.openxmlformats.org/drawingml/2006/main">
              <a:ext uri="{FF2B5EF4-FFF2-40B4-BE49-F238E27FC236}">
                <a16:creationId xmlns:a16="http://schemas.microsoft.com/office/drawing/2014/main" id="{92588786-18E8-4BF5-9D29-E6C7CA90EDB8}"/>
              </a:ext>
            </a:extLst>
          </p:cNvPr>
          <p:cNvSpPr>
            <a:spLocks xmlns:a="http://schemas.openxmlformats.org/drawingml/2006/main" noGrp="1"/>
          </p:cNvSpPr>
          <p:nvPr/>
        </p:nvSpPr>
        <p:spPr>
          <a:xfrm xmlns:a="http://schemas.openxmlformats.org/drawingml/2006/main">
            <a:off x="685800" y="615315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Horizontal logo</a:t>
            </a:r>
          </a:p>
        </p:txBody>
      </p:sp>
      <p:sp>
        <p:nvSpPr>
          <p:cNvPr id="18" name="">
            <a:extLst xmlns:a="http://schemas.openxmlformats.org/drawingml/2006/main">
              <a:ext uri="{FF2B5EF4-FFF2-40B4-BE49-F238E27FC236}">
                <a16:creationId xmlns:a16="http://schemas.microsoft.com/office/drawing/2014/main" id="{2F94EA05-8CDC-4DC6-A6E3-E81A37BEDCD0}"/>
              </a:ext>
            </a:extLst>
          </p:cNvPr>
          <p:cNvSpPr>
            <a:spLocks xmlns:a="http://schemas.openxmlformats.org/drawingml/2006/main" noGrp="1"/>
          </p:cNvSpPr>
          <p:nvPr/>
        </p:nvSpPr>
        <p:spPr>
          <a:xfrm xmlns:a="http://schemas.openxmlformats.org/drawingml/2006/main">
            <a:off x="4476750" y="615315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Scene or analysis view</a:t>
            </a:r>
          </a:p>
        </p:txBody>
      </p:sp>
      <p:sp>
        <p:nvSpPr>
          <p:cNvPr id="19" name="">
            <a:extLst xmlns:a="http://schemas.openxmlformats.org/drawingml/2006/main">
              <a:ext uri="{FF2B5EF4-FFF2-40B4-BE49-F238E27FC236}">
                <a16:creationId xmlns:a16="http://schemas.microsoft.com/office/drawing/2014/main" id="{C67C299D-EC06-4835-A7F1-2D353A25BC6C}"/>
              </a:ext>
            </a:extLst>
          </p:cNvPr>
          <p:cNvSpPr>
            <a:spLocks xmlns:a="http://schemas.openxmlformats.org/drawingml/2006/main" noGrp="1"/>
          </p:cNvSpPr>
          <p:nvPr/>
        </p:nvSpPr>
        <p:spPr>
          <a:xfrm xmlns:a="http://schemas.openxmlformats.org/drawingml/2006/main">
            <a:off x="8267700" y="61531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67085"/>
                </a:solidFill>
                <a:latin typeface="Nimbus Sans"/>
                <a:ea typeface="Nimbus Sans"/>
                <a:cs typeface="Nimbus Sans"/>
              </a:defRPr>
            </a:defPPr>
          </a:lstStyle>
          <a:p xmlns:a="http://schemas.openxmlformats.org/drawingml/2006/main">
            <a:pPr algn="l">
              <a:defRPr sz="1725" b="0">
                <a:solidFill>
                  <a:srgbClr val="667085"/>
                </a:solidFill>
                <a:latin typeface="Nimbus Sans"/>
                <a:ea typeface="Nimbus Sans"/>
                <a:cs typeface="Nimbus Sans"/>
              </a:defRPr>
            </a:pPr>
            <a:r>
              <a:rPr sz="1725" b="0">
                <a:solidFill>
                  <a:srgbClr val="667085"/>
                </a:solidFill>
                <a:latin typeface="Nimbus Sans"/>
                <a:ea typeface="Nimbus Sans"/>
                <a:cs typeface="Nimbus Sans"/>
              </a:rPr>
              <a:t>Orange selection cue</a:t>
            </a:r>
          </a:p>
        </p:txBody>
      </p:sp>
    </p:spTree>
    <p:extLst>
      <p:ext uri="{BB962C8B-B14F-4D97-AF65-F5344CB8AC3E}">
        <p14:creationId xmlns:p14="http://schemas.microsoft.com/office/powerpoint/2010/main" val="17156308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A1163B-DD02-4C23-82A5-42C85829C556}"/>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Tenant and mobile</a:t>
            </a:r>
          </a:p>
        </p:txBody>
      </p:sp>
      <p:sp>
        <p:nvSpPr>
          <p:cNvPr id="2" name="">
            <a:extLst xmlns:a="http://schemas.openxmlformats.org/drawingml/2006/main">
              <a:ext uri="{FF2B5EF4-FFF2-40B4-BE49-F238E27FC236}">
                <a16:creationId xmlns:a16="http://schemas.microsoft.com/office/drawing/2014/main" id="{7252B358-4870-4DA2-BA75-E87BB94A1BAF}"/>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15</a:t>
            </a:r>
          </a:p>
        </p:txBody>
      </p:sp>
      <p:sp>
        <p:nvSpPr>
          <p:cNvPr id="3" name="">
            <a:extLst xmlns:a="http://schemas.openxmlformats.org/drawingml/2006/main">
              <a:ext uri="{FF2B5EF4-FFF2-40B4-BE49-F238E27FC236}">
                <a16:creationId xmlns:a16="http://schemas.microsoft.com/office/drawing/2014/main" id="{ED173B49-3551-44CB-A776-62FD439141D0}"/>
              </a:ext>
            </a:extLst>
          </p:cNvPr>
          <p:cNvSpPr>
            <a:spLocks xmlns:a="http://schemas.openxmlformats.org/drawingml/2006/main" noGrp="1"/>
          </p:cNvSpPr>
          <p:nvPr/>
        </p:nvSpPr>
        <p:spPr>
          <a:xfrm xmlns:a="http://schemas.openxmlformats.org/drawingml/2006/main">
            <a:off x="685800" y="1466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Application specifications</a:t>
            </a:r>
          </a:p>
        </p:txBody>
      </p:sp>
      <p:sp>
        <p:nvSpPr>
          <p:cNvPr id="4" name="">
            <a:extLst xmlns:a="http://schemas.openxmlformats.org/drawingml/2006/main">
              <a:ext uri="{FF2B5EF4-FFF2-40B4-BE49-F238E27FC236}">
                <a16:creationId xmlns:a16="http://schemas.microsoft.com/office/drawing/2014/main" id="{737E965B-4C24-4362-8A15-3EAD26DADECE}"/>
              </a:ext>
            </a:extLst>
          </p:cNvPr>
          <p:cNvSpPr>
            <a:spLocks xmlns:a="http://schemas.openxmlformats.org/drawingml/2006/main" noGrp="1"/>
          </p:cNvSpPr>
          <p:nvPr/>
        </p:nvSpPr>
        <p:spPr>
          <a:xfrm xmlns:a="http://schemas.openxmlformats.org/drawingml/2006/main">
            <a:off x="685800" y="2447925"/>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243B75"/>
                </a:solidFill>
                <a:latin typeface="Nimbus Sans"/>
                <a:ea typeface="Nimbus Sans"/>
                <a:cs typeface="Nimbus Sans"/>
              </a:defRPr>
            </a:defPPr>
          </a:lstStyle>
          <a:p xmlns:a="http://schemas.openxmlformats.org/drawingml/2006/main">
            <a:pPr algn="l">
              <a:defRPr sz="2850" b="1">
                <a:solidFill>
                  <a:srgbClr val="243B75"/>
                </a:solidFill>
                <a:latin typeface="Nimbus Sans"/>
                <a:ea typeface="Nimbus Sans"/>
                <a:cs typeface="Nimbus Sans"/>
              </a:defRPr>
            </a:pPr>
            <a:r>
              <a:rPr sz="2850" b="1">
                <a:solidFill>
                  <a:srgbClr val="243B75"/>
                </a:solidFill>
                <a:latin typeface="Nimbus Sans"/>
                <a:ea typeface="Nimbus Sans"/>
                <a:cs typeface="Nimbus Sans"/>
              </a:rPr>
              <a:t>My business</a:t>
            </a:r>
          </a:p>
        </p:txBody>
      </p:sp>
      <p:sp>
        <p:nvSpPr>
          <p:cNvPr id="5" name="">
            <a:extLst xmlns:a="http://schemas.openxmlformats.org/drawingml/2006/main">
              <a:ext uri="{FF2B5EF4-FFF2-40B4-BE49-F238E27FC236}">
                <a16:creationId xmlns:a16="http://schemas.microsoft.com/office/drawing/2014/main" id="{C0FF6EA7-BE14-4D46-B5AE-9D0F90E48143}"/>
              </a:ext>
            </a:extLst>
          </p:cNvPr>
          <p:cNvSpPr>
            <a:spLocks xmlns:a="http://schemas.openxmlformats.org/drawingml/2006/main" noGrp="1"/>
          </p:cNvSpPr>
          <p:nvPr/>
        </p:nvSpPr>
        <p:spPr>
          <a:xfrm xmlns:a="http://schemas.openxmlformats.org/drawingml/2006/main">
            <a:off x="685800" y="3048000"/>
            <a:ext cx="666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Visits and contribution describe the business. Busy periods and service settings guide a staffing comparison.</a:t>
            </a:r>
          </a:p>
        </p:txBody>
      </p:sp>
      <p:sp>
        <p:nvSpPr>
          <p:cNvPr id="6" name="">
            <a:extLst xmlns:a="http://schemas.openxmlformats.org/drawingml/2006/main">
              <a:ext uri="{FF2B5EF4-FFF2-40B4-BE49-F238E27FC236}">
                <a16:creationId xmlns:a16="http://schemas.microsoft.com/office/drawing/2014/main" id="{B8E3AE02-7477-47FC-B30F-DB8DF1A767B4}"/>
              </a:ext>
            </a:extLst>
          </p:cNvPr>
          <p:cNvSpPr>
            <a:spLocks xmlns:a="http://schemas.openxmlformats.org/drawingml/2006/main" noGrp="1"/>
          </p:cNvSpPr>
          <p:nvPr/>
        </p:nvSpPr>
        <p:spPr>
          <a:xfrm xmlns:a="http://schemas.openxmlformats.org/drawingml/2006/main">
            <a:off x="685800" y="4410075"/>
            <a:ext cx="666750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1A2DA12-152B-44B0-9E1B-22543CA73CE5}"/>
              </a:ext>
            </a:extLst>
          </p:cNvPr>
          <p:cNvSpPr>
            <a:spLocks xmlns:a="http://schemas.openxmlformats.org/drawingml/2006/main" noGrp="1"/>
          </p:cNvSpPr>
          <p:nvPr/>
        </p:nvSpPr>
        <p:spPr>
          <a:xfrm xmlns:a="http://schemas.openxmlformats.org/drawingml/2006/main">
            <a:off x="685800" y="4810125"/>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243B75"/>
                </a:solidFill>
                <a:latin typeface="Nimbus Sans"/>
                <a:ea typeface="Nimbus Sans"/>
                <a:cs typeface="Nimbus Sans"/>
              </a:defRPr>
            </a:defPPr>
          </a:lstStyle>
          <a:p xmlns:a="http://schemas.openxmlformats.org/drawingml/2006/main">
            <a:pPr algn="l">
              <a:defRPr sz="2850" b="1">
                <a:solidFill>
                  <a:srgbClr val="243B75"/>
                </a:solidFill>
                <a:latin typeface="Nimbus Sans"/>
                <a:ea typeface="Nimbus Sans"/>
                <a:cs typeface="Nimbus Sans"/>
              </a:defRPr>
            </a:pPr>
            <a:r>
              <a:rPr sz="2850" b="1">
                <a:solidFill>
                  <a:srgbClr val="243B75"/>
                </a:solidFill>
                <a:latin typeface="Nimbus Sans"/>
                <a:ea typeface="Nimbus Sans"/>
                <a:cs typeface="Nimbus Sans"/>
              </a:rPr>
              <a:t>Choose a location</a:t>
            </a:r>
          </a:p>
        </p:txBody>
      </p:sp>
      <p:sp>
        <p:nvSpPr>
          <p:cNvPr id="8" name="">
            <a:extLst xmlns:a="http://schemas.openxmlformats.org/drawingml/2006/main">
              <a:ext uri="{FF2B5EF4-FFF2-40B4-BE49-F238E27FC236}">
                <a16:creationId xmlns:a16="http://schemas.microsoft.com/office/drawing/2014/main" id="{2E7ABAE8-D3D3-4E5F-9B10-1766DCE15823}"/>
              </a:ext>
            </a:extLst>
          </p:cNvPr>
          <p:cNvSpPr>
            <a:spLocks xmlns:a="http://schemas.openxmlformats.org/drawingml/2006/main" noGrp="1"/>
          </p:cNvSpPr>
          <p:nvPr/>
        </p:nvSpPr>
        <p:spPr>
          <a:xfrm xmlns:a="http://schemas.openxmlformats.org/drawingml/2006/main">
            <a:off x="685800" y="5400675"/>
            <a:ext cx="666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Compare up to three spaces using the same concept, model window and demand seed.</a:t>
            </a:r>
          </a:p>
        </p:txBody>
      </p:sp>
      <p:sp>
        <p:nvSpPr>
          <p:cNvPr id="9" name="">
            <a:extLst xmlns:a="http://schemas.openxmlformats.org/drawingml/2006/main">
              <a:ext uri="{FF2B5EF4-FFF2-40B4-BE49-F238E27FC236}">
                <a16:creationId xmlns:a16="http://schemas.microsoft.com/office/drawing/2014/main" id="{1CC51E12-C6AA-4D0A-B7A6-770F29F7BA67}"/>
              </a:ext>
            </a:extLst>
          </p:cNvPr>
          <p:cNvSpPr>
            <a:spLocks xmlns:a="http://schemas.openxmlformats.org/drawingml/2006/main" noGrp="1"/>
          </p:cNvSpPr>
          <p:nvPr/>
        </p:nvSpPr>
        <p:spPr>
          <a:xfrm xmlns:a="http://schemas.openxmlformats.org/drawingml/2006/main">
            <a:off x="8486775" y="2095500"/>
            <a:ext cx="3019425" cy="3914775"/>
          </a:xfrm>
          <a:prstGeom xmlns:a="http://schemas.openxmlformats.org/drawingml/2006/main" prst="rect">
            <a:avLst/>
          </a:prstGeom>
          <a:solidFill xmlns:a="http://schemas.openxmlformats.org/drawingml/2006/main">
            <a:srgbClr val="FFFFFF"/>
          </a:solidFill>
          <a:ln xmlns:a="http://schemas.openxmlformats.org/drawingml/2006/main" w="19050">
            <a:solidFill>
              <a:srgbClr val="ADB9D3"/>
            </a:solidFill>
            <a:prstDash val="solid"/>
          </a:ln>
        </p:spPr>
      </p:sp>
      <p:pic>
        <p:nvPicPr>
          <p:cNvPr id="10" name="">
            <a:extLst xmlns:a="http://schemas.openxmlformats.org/drawingml/2006/main">
              <a:ext uri="{FF2B5EF4-FFF2-40B4-BE49-F238E27FC236}">
                <a16:creationId xmlns:a16="http://schemas.microsoft.com/office/drawing/2014/main" id="{570F48E2-832F-4A8C-B834-5BABDF1013D5}"/>
              </a:ext>
            </a:extLst>
          </p:cNvPr>
          <p:cNvPicPr>
            <a:picLocks xmlns:a="http://schemas.openxmlformats.org/drawingml/2006/main" noChangeAspect="1"/>
          </p:cNvPicPr>
          <p:nvPr/>
        </p:nvPicPr>
        <p:blipFill>
          <a:blip xmlns:r="http://schemas.openxmlformats.org/officeDocument/2006/relationships" xmlns:a="http://schemas.openxmlformats.org/drawingml/2006/main" r:embed="R12894dbb8e094723">
            <a:extLst>
              <a:ext uri="{96DAC541-7B7A-43D3-8B79-37D633B846F1}">
                <asvg:svgBlip xmlns:asvg="http://schemas.microsoft.com/office/drawing/2016/SVG/main" r:embed="R1c6eb3abcc644e85"/>
              </a:ext>
            </a:extLst>
          </a:blip>
          <a:stretch xmlns:a="http://schemas.openxmlformats.org/drawingml/2006/main"/>
        </p:blipFill>
        <p:spPr>
          <a:xfrm xmlns:a="http://schemas.openxmlformats.org/drawingml/2006/main">
            <a:off x="8734425" y="2324100"/>
            <a:ext cx="1790700" cy="47267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A256D87-7F23-47DA-8812-9F1065BF1ADE}"/>
              </a:ext>
            </a:extLst>
          </p:cNvPr>
          <p:cNvSpPr>
            <a:spLocks xmlns:a="http://schemas.openxmlformats.org/drawingml/2006/main" noGrp="1"/>
          </p:cNvSpPr>
          <p:nvPr/>
        </p:nvSpPr>
        <p:spPr>
          <a:xfrm xmlns:a="http://schemas.openxmlformats.org/drawingml/2006/main">
            <a:off x="8486775" y="2952750"/>
            <a:ext cx="3019425"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954794-780F-40AD-A610-E55B0E038F7D}"/>
              </a:ext>
            </a:extLst>
          </p:cNvPr>
          <p:cNvSpPr>
            <a:spLocks xmlns:a="http://schemas.openxmlformats.org/drawingml/2006/main" noGrp="1"/>
          </p:cNvSpPr>
          <p:nvPr/>
        </p:nvSpPr>
        <p:spPr>
          <a:xfrm xmlns:a="http://schemas.openxmlformats.org/drawingml/2006/main">
            <a:off x="8734425" y="3200400"/>
            <a:ext cx="2524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43B75"/>
                </a:solidFill>
                <a:latin typeface="Nimbus Sans"/>
                <a:ea typeface="Nimbus Sans"/>
                <a:cs typeface="Nimbus Sans"/>
              </a:defRPr>
            </a:defPPr>
          </a:lstStyle>
          <a:p xmlns:a="http://schemas.openxmlformats.org/drawingml/2006/main">
            <a:pPr algn="l">
              <a:defRPr sz="2025" b="1">
                <a:solidFill>
                  <a:srgbClr val="243B75"/>
                </a:solidFill>
                <a:latin typeface="Nimbus Sans"/>
                <a:ea typeface="Nimbus Sans"/>
                <a:cs typeface="Nimbus Sans"/>
              </a:defRPr>
            </a:pPr>
            <a:r>
              <a:rPr sz="2025" b="1">
                <a:solidFill>
                  <a:srgbClr val="243B75"/>
                </a:solidFill>
                <a:latin typeface="Nimbus Sans"/>
                <a:ea typeface="Nimbus Sans"/>
                <a:cs typeface="Nimbus Sans"/>
              </a:rPr>
              <a:t>Station preview</a:t>
            </a:r>
          </a:p>
        </p:txBody>
      </p:sp>
      <p:sp>
        <p:nvSpPr>
          <p:cNvPr id="13" name="">
            <a:extLst xmlns:a="http://schemas.openxmlformats.org/drawingml/2006/main">
              <a:ext uri="{FF2B5EF4-FFF2-40B4-BE49-F238E27FC236}">
                <a16:creationId xmlns:a16="http://schemas.microsoft.com/office/drawing/2014/main" id="{46C1186F-7112-4AB9-A5B0-C3E87DF49824}"/>
              </a:ext>
            </a:extLst>
          </p:cNvPr>
          <p:cNvSpPr>
            <a:spLocks xmlns:a="http://schemas.openxmlformats.org/drawingml/2006/main" noGrp="1"/>
          </p:cNvSpPr>
          <p:nvPr/>
        </p:nvSpPr>
        <p:spPr>
          <a:xfrm xmlns:a="http://schemas.openxmlformats.org/drawingml/2006/main">
            <a:off x="8734425" y="3724275"/>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667085"/>
                </a:solidFill>
                <a:latin typeface="Nimbus Sans"/>
                <a:ea typeface="Nimbus Sans"/>
                <a:cs typeface="Nimbus Sans"/>
              </a:defRPr>
            </a:defPPr>
          </a:lstStyle>
          <a:p xmlns:a="http://schemas.openxmlformats.org/drawingml/2006/main">
            <a:pPr algn="l">
              <a:defRPr sz="1800" b="0">
                <a:solidFill>
                  <a:srgbClr val="667085"/>
                </a:solidFill>
                <a:latin typeface="Nimbus Sans"/>
                <a:ea typeface="Nimbus Sans"/>
                <a:cs typeface="Nimbus Sans"/>
              </a:defRPr>
            </a:pPr>
            <a:r>
              <a:rPr sz="1800" b="0">
                <a:solidFill>
                  <a:srgbClr val="667085"/>
                </a:solidFill>
                <a:latin typeface="Nimbus Sans"/>
                <a:ea typeface="Nimbus Sans"/>
                <a:cs typeface="Nimbus Sans"/>
              </a:rPr>
              <a:t>Visits, wait and sales</a:t>
            </a:r>
          </a:p>
        </p:txBody>
      </p:sp>
      <p:sp>
        <p:nvSpPr>
          <p:cNvPr id="14" name="">
            <a:extLst xmlns:a="http://schemas.openxmlformats.org/drawingml/2006/main">
              <a:ext uri="{FF2B5EF4-FFF2-40B4-BE49-F238E27FC236}">
                <a16:creationId xmlns:a16="http://schemas.microsoft.com/office/drawing/2014/main" id="{A86D8FF5-ADE8-4134-B4A9-7AF88226E8EB}"/>
              </a:ext>
            </a:extLst>
          </p:cNvPr>
          <p:cNvSpPr>
            <a:spLocks xmlns:a="http://schemas.openxmlformats.org/drawingml/2006/main" noGrp="1"/>
          </p:cNvSpPr>
          <p:nvPr/>
        </p:nvSpPr>
        <p:spPr>
          <a:xfrm xmlns:a="http://schemas.openxmlformats.org/drawingml/2006/main">
            <a:off x="8724900" y="4257675"/>
            <a:ext cx="253365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C509CF-B2EF-49B3-8481-6292AA90058A}"/>
              </a:ext>
            </a:extLst>
          </p:cNvPr>
          <p:cNvSpPr>
            <a:spLocks xmlns:a="http://schemas.openxmlformats.org/drawingml/2006/main" noGrp="1"/>
          </p:cNvSpPr>
          <p:nvPr/>
        </p:nvSpPr>
        <p:spPr>
          <a:xfrm xmlns:a="http://schemas.openxmlformats.org/drawingml/2006/main">
            <a:off x="8734425" y="4467225"/>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43B75"/>
                </a:solidFill>
                <a:latin typeface="Nimbus Sans"/>
                <a:ea typeface="Nimbus Sans"/>
                <a:cs typeface="Nimbus Sans"/>
              </a:defRPr>
            </a:defPPr>
          </a:lstStyle>
          <a:p xmlns:a="http://schemas.openxmlformats.org/drawingml/2006/main">
            <a:pPr algn="l">
              <a:defRPr sz="2025" b="1">
                <a:solidFill>
                  <a:srgbClr val="243B75"/>
                </a:solidFill>
                <a:latin typeface="Nimbus Sans"/>
                <a:ea typeface="Nimbus Sans"/>
                <a:cs typeface="Nimbus Sans"/>
              </a:defRPr>
            </a:pPr>
            <a:r>
              <a:rPr sz="2025" b="1">
                <a:solidFill>
                  <a:srgbClr val="243B75"/>
                </a:solidFill>
                <a:latin typeface="Nimbus Sans"/>
                <a:ea typeface="Nimbus Sans"/>
                <a:cs typeface="Nimbus Sans"/>
              </a:rPr>
              <a:t>Flow trend</a:t>
            </a:r>
          </a:p>
        </p:txBody>
      </p:sp>
      <p:sp>
        <p:nvSpPr>
          <p:cNvPr id="16" name="">
            <a:extLst xmlns:a="http://schemas.openxmlformats.org/drawingml/2006/main">
              <a:ext uri="{FF2B5EF4-FFF2-40B4-BE49-F238E27FC236}">
                <a16:creationId xmlns:a16="http://schemas.microsoft.com/office/drawing/2014/main" id="{6F3E5A26-E2F8-48B9-B77C-6B48E4146575}"/>
              </a:ext>
            </a:extLst>
          </p:cNvPr>
          <p:cNvSpPr>
            <a:spLocks xmlns:a="http://schemas.openxmlformats.org/drawingml/2006/main" noGrp="1"/>
          </p:cNvSpPr>
          <p:nvPr/>
        </p:nvSpPr>
        <p:spPr>
          <a:xfrm xmlns:a="http://schemas.openxmlformats.org/drawingml/2006/main">
            <a:off x="8724900" y="5000625"/>
            <a:ext cx="2533650" cy="9525"/>
          </a:xfrm>
          <a:prstGeom xmlns:a="http://schemas.openxmlformats.org/drawingml/2006/main" prst="rect">
            <a:avLst/>
          </a:prstGeom>
          <a:solidFill xmlns:a="http://schemas.openxmlformats.org/drawingml/2006/main">
            <a:srgbClr val="DCE1E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9BA96B6-6399-4680-A73E-2E48F46690EC}"/>
              </a:ext>
            </a:extLst>
          </p:cNvPr>
          <p:cNvSpPr>
            <a:spLocks xmlns:a="http://schemas.openxmlformats.org/drawingml/2006/main" noGrp="1"/>
          </p:cNvSpPr>
          <p:nvPr/>
        </p:nvSpPr>
        <p:spPr>
          <a:xfrm xmlns:a="http://schemas.openxmlformats.org/drawingml/2006/main">
            <a:off x="8734425" y="5238750"/>
            <a:ext cx="2524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243B75"/>
                </a:solidFill>
                <a:latin typeface="Nimbus Sans"/>
                <a:ea typeface="Nimbus Sans"/>
                <a:cs typeface="Nimbus Sans"/>
              </a:defRPr>
            </a:defPPr>
          </a:lstStyle>
          <a:p xmlns:a="http://schemas.openxmlformats.org/drawingml/2006/main">
            <a:pPr algn="l">
              <a:defRPr sz="1875" b="1">
                <a:solidFill>
                  <a:srgbClr val="243B75"/>
                </a:solidFill>
                <a:latin typeface="Nimbus Sans"/>
                <a:ea typeface="Nimbus Sans"/>
                <a:cs typeface="Nimbus Sans"/>
              </a:defRPr>
            </a:pPr>
            <a:r>
              <a:rPr sz="1875" b="1">
                <a:solidFill>
                  <a:srgbClr val="243B75"/>
                </a:solidFill>
                <a:latin typeface="Nimbus Sans"/>
                <a:ea typeface="Nimbus Sans"/>
                <a:cs typeface="Nimbus Sans"/>
              </a:rPr>
              <a:t>Desktop walkthrough</a:t>
            </a:r>
          </a:p>
        </p:txBody>
      </p:sp>
      <p:sp>
        <p:nvSpPr>
          <p:cNvPr id="18" name="">
            <a:extLst xmlns:a="http://schemas.openxmlformats.org/drawingml/2006/main">
              <a:ext uri="{FF2B5EF4-FFF2-40B4-BE49-F238E27FC236}">
                <a16:creationId xmlns:a16="http://schemas.microsoft.com/office/drawing/2014/main" id="{337309D7-BFC6-4510-B87B-E10C49BB75A4}"/>
              </a:ext>
            </a:extLst>
          </p:cNvPr>
          <p:cNvSpPr>
            <a:spLocks xmlns:a="http://schemas.openxmlformats.org/drawingml/2006/main" noGrp="1"/>
          </p:cNvSpPr>
          <p:nvPr/>
        </p:nvSpPr>
        <p:spPr>
          <a:xfrm xmlns:a="http://schemas.openxmlformats.org/drawingml/2006/main">
            <a:off x="8486775" y="6191250"/>
            <a:ext cx="3019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667085"/>
                </a:solidFill>
                <a:latin typeface="Nimbus Sans"/>
                <a:ea typeface="Nimbus Sans"/>
                <a:cs typeface="Nimbus Sans"/>
              </a:defRPr>
            </a:defPPr>
          </a:lstStyle>
          <a:p xmlns:a="http://schemas.openxmlformats.org/drawingml/2006/main">
            <a:pPr algn="l">
              <a:defRPr sz="1575" b="0">
                <a:solidFill>
                  <a:srgbClr val="667085"/>
                </a:solidFill>
                <a:latin typeface="Nimbus Sans"/>
                <a:ea typeface="Nimbus Sans"/>
                <a:cs typeface="Nimbus Sans"/>
              </a:defRPr>
            </a:pPr>
            <a:r>
              <a:rPr sz="1575" b="0">
                <a:solidFill>
                  <a:srgbClr val="667085"/>
                </a:solidFill>
                <a:latin typeface="Nimbus Sans"/>
                <a:ea typeface="Nimbus Sans"/>
                <a:cs typeface="Nimbus Sans"/>
              </a:rPr>
              <a:t>Phone layout specification</a:t>
            </a:r>
          </a:p>
        </p:txBody>
      </p:sp>
    </p:spTree>
    <p:extLst>
      <p:ext uri="{BB962C8B-B14F-4D97-AF65-F5344CB8AC3E}">
        <p14:creationId xmlns:p14="http://schemas.microsoft.com/office/powerpoint/2010/main" val="289313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A4A3E0-ADAC-4DF7-80C9-CF5F34E9ED5C}"/>
              </a:ext>
            </a:extLst>
          </p:cNvPr>
          <p:cNvSpPr>
            <a:spLocks xmlns:a="http://schemas.openxmlformats.org/drawingml/2006/main" noGrp="1"/>
          </p:cNvSpPr>
          <p:nvPr/>
        </p:nvSpPr>
        <p:spPr>
          <a:xfrm xmlns:a="http://schemas.openxmlformats.org/drawingml/2006/main">
            <a:off x="685800" y="609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7233D"/>
                </a:solidFill>
                <a:latin typeface="Nimbus Sans"/>
                <a:ea typeface="Nimbus Sans"/>
                <a:cs typeface="Nimbus Sans"/>
              </a:defRPr>
            </a:defPPr>
          </a:lstStyle>
          <a:p xmlns:a="http://schemas.openxmlformats.org/drawingml/2006/main">
            <a:pPr algn="l">
              <a:defRPr sz="3300" b="1">
                <a:solidFill>
                  <a:srgbClr val="17233D"/>
                </a:solidFill>
                <a:latin typeface="Nimbus Sans"/>
                <a:ea typeface="Nimbus Sans"/>
                <a:cs typeface="Nimbus Sans"/>
              </a:defRPr>
            </a:pPr>
            <a:r>
              <a:rPr sz="3300" b="1">
                <a:solidFill>
                  <a:srgbClr val="17233D"/>
                </a:solidFill>
                <a:latin typeface="Nimbus Sans"/>
                <a:ea typeface="Nimbus Sans"/>
                <a:cs typeface="Nimbus Sans"/>
              </a:rPr>
              <a:t>Implementation reference</a:t>
            </a:r>
          </a:p>
        </p:txBody>
      </p:sp>
      <p:sp>
        <p:nvSpPr>
          <p:cNvPr id="2" name="">
            <a:extLst xmlns:a="http://schemas.openxmlformats.org/drawingml/2006/main">
              <a:ext uri="{FF2B5EF4-FFF2-40B4-BE49-F238E27FC236}">
                <a16:creationId xmlns:a16="http://schemas.microsoft.com/office/drawing/2014/main" id="{78192F2F-B356-463C-9F96-7C8906CA0D96}"/>
              </a:ext>
            </a:extLst>
          </p:cNvPr>
          <p:cNvSpPr>
            <a:spLocks xmlns:a="http://schemas.openxmlformats.org/drawingml/2006/main" noGrp="1"/>
          </p:cNvSpPr>
          <p:nvPr/>
        </p:nvSpPr>
        <p:spPr>
          <a:xfrm xmlns:a="http://schemas.openxmlformats.org/drawingml/2006/main">
            <a:off x="11239500" y="63341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667085"/>
                </a:solidFill>
                <a:latin typeface="Nimbus Sans"/>
                <a:ea typeface="Nimbus Sans"/>
                <a:cs typeface="Nimbus Sans"/>
              </a:defRPr>
            </a:defPPr>
          </a:lstStyle>
          <a:p xmlns:a="http://schemas.openxmlformats.org/drawingml/2006/main">
            <a:pPr algn="r">
              <a:defRPr sz="1275" b="0">
                <a:solidFill>
                  <a:srgbClr val="667085"/>
                </a:solidFill>
                <a:latin typeface="Nimbus Sans"/>
                <a:ea typeface="Nimbus Sans"/>
                <a:cs typeface="Nimbus Sans"/>
              </a:defRPr>
            </a:pPr>
            <a:r>
              <a:rPr sz="1275" b="0">
                <a:solidFill>
                  <a:srgbClr val="667085"/>
                </a:solidFill>
                <a:latin typeface="Nimbus Sans"/>
                <a:ea typeface="Nimbus Sans"/>
                <a:cs typeface="Nimbus Sans"/>
              </a:rPr>
              <a:t>16</a:t>
            </a:r>
          </a:p>
        </p:txBody>
      </p:sp>
      <p:sp>
        <p:nvSpPr>
          <p:cNvPr id="3" name="">
            <a:extLst xmlns:a="http://schemas.openxmlformats.org/drawingml/2006/main">
              <a:ext uri="{FF2B5EF4-FFF2-40B4-BE49-F238E27FC236}">
                <a16:creationId xmlns:a16="http://schemas.microsoft.com/office/drawing/2014/main" id="{247BB008-7F81-4C8B-A9DF-9A4AE3D2FF15}"/>
              </a:ext>
            </a:extLst>
          </p:cNvPr>
          <p:cNvSpPr>
            <a:spLocks xmlns:a="http://schemas.openxmlformats.org/drawingml/2006/main" noGrp="1"/>
          </p:cNvSpPr>
          <p:nvPr/>
        </p:nvSpPr>
        <p:spPr>
          <a:xfrm xmlns:a="http://schemas.openxmlformats.org/drawingml/2006/main">
            <a:off x="685800" y="1514475"/>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67085"/>
                </a:solidFill>
                <a:latin typeface="Nimbus Sans"/>
                <a:ea typeface="Nimbus Sans"/>
                <a:cs typeface="Nimbus Sans"/>
              </a:defRPr>
            </a:defPPr>
          </a:lstStyle>
          <a:p xmlns:a="http://schemas.openxmlformats.org/drawingml/2006/main">
            <a:pPr algn="l">
              <a:defRPr sz="2100" b="0">
                <a:solidFill>
                  <a:srgbClr val="667085"/>
                </a:solidFill>
                <a:latin typeface="Nimbus Sans"/>
                <a:ea typeface="Nimbus Sans"/>
                <a:cs typeface="Nimbus Sans"/>
              </a:defRPr>
            </a:pPr>
            <a:r>
              <a:rPr sz="2100" b="0">
                <a:solidFill>
                  <a:srgbClr val="667085"/>
                </a:solidFill>
                <a:latin typeface="Nimbus Sans"/>
                <a:ea typeface="Nimbus Sans"/>
                <a:cs typeface="Nimbus Sans"/>
              </a:rPr>
              <a:t>One identity source keeps the interface, exports and guide aligned.</a:t>
            </a:r>
          </a:p>
        </p:txBody>
      </p:sp>
      <p:graphicFrame>
        <p:nvGraphicFramePr>
          <p:cNvPr id="4" name="">
            <a:extLst xmlns:a="http://schemas.openxmlformats.org/drawingml/2006/main">
              <a:ext uri="{FF2B5EF4-FFF2-40B4-BE49-F238E27FC236}">
                <a16:creationId xmlns:a16="http://schemas.microsoft.com/office/drawing/2014/main" id="{6CF6AA70-5FC9-4415-BA37-07757A7D582A}"/>
              </a:ext>
            </a:extLst>
          </p:cNvPr>
          <p:cNvGraphicFramePr/>
          <p:nvPr/>
        </p:nvGraphicFramePr>
        <p:xfrm>
          <a:off xmlns:a="http://schemas.openxmlformats.org/drawingml/2006/main" x="685800" y="2419350"/>
          <a:ext xmlns:a="http://schemas.openxmlformats.org/drawingml/2006/main" cx="10820400" cy="2819400"/>
        </p:xfrm>
        <a:graphic xmlns:a="http://schemas.openxmlformats.org/drawingml/2006/main">
          <a:graphicData uri="http://schemas.openxmlformats.org/drawingml/2006/table">
            <a:tbl>
              <a:tblPr/>
              <a:tblGrid>
                <a:gridCol w="4095750"/>
                <a:gridCol w="6724650"/>
              </a:tblGrid>
              <a:tr h="469900">
                <a:tc>
                  <a:txBody>
                    <a:bodyPr lIns="142875" tIns="95250" rIns="142875" bIns="95250"/>
                    <a:lstStyle/>
                    <a:p>
                      <a:r>
                        <a:rPr sz="1650" b="1">
                          <a:solidFill>
                            <a:srgbClr val="243B75"/>
                          </a:solidFill>
                          <a:latin typeface="Nimbus Sans"/>
                          <a:ea typeface="Nimbus Sans"/>
                          <a:cs typeface="Nimbus Sans"/>
                        </a:rPr>
                        <a:t>Asset or rule</a:t>
                      </a:r>
                    </a:p>
                  </a:txBody>
                  <a:tcPr marL="91440" marR="91440" marT="45720" marB="45720" anchor="ctr">
                    <a:solidFill>
                      <a:srgbClr val="F5F7FB"/>
                    </a:solidFill>
                  </a:tcPr>
                </a:tc>
                <a:tc>
                  <a:txBody>
                    <a:bodyPr lIns="142875" tIns="95250" rIns="142875" bIns="95250"/>
                    <a:lstStyle/>
                    <a:p>
                      <a:r>
                        <a:rPr sz="1650" b="1">
                          <a:solidFill>
                            <a:srgbClr val="243B75"/>
                          </a:solidFill>
                          <a:latin typeface="Nimbus Sans"/>
                          <a:ea typeface="Nimbus Sans"/>
                          <a:cs typeface="Nimbus Sans"/>
                        </a:rPr>
                        <a:t>Use</a:t>
                      </a:r>
                    </a:p>
                  </a:txBody>
                  <a:tcPr marL="91440" marR="91440" marT="45720" marB="45720" anchor="ctr">
                    <a:solidFill>
                      <a:srgbClr val="F5F7FB"/>
                    </a:solidFill>
                  </a:tcPr>
                </a:tc>
              </a:tr>
              <a:tr h="469900">
                <a:tc>
                  <a:txBody>
                    <a:bodyPr lIns="142875" tIns="95250" rIns="142875" bIns="95250"/>
                    <a:lstStyle/>
                    <a:p>
                      <a:r>
                        <a:rPr sz="1650" b="0">
                          <a:solidFill>
                            <a:srgbClr val="17233D"/>
                          </a:solidFill>
                          <a:latin typeface="Nimbus Sans"/>
                          <a:ea typeface="Nimbus Sans"/>
                          <a:cs typeface="Nimbus Sans"/>
                        </a:rPr>
                        <a:t>brand-tokens.json</a:t>
                      </a:r>
                    </a:p>
                  </a:txBody>
                  <a:tcPr marL="91440" marR="91440" marT="45720" marB="45720" anchor="ctr">
                    <a:solidFill>
                      <a:srgbClr val="FFFFFF"/>
                    </a:solidFill>
                  </a:tcPr>
                </a:tc>
                <a:tc>
                  <a:txBody>
                    <a:bodyPr lIns="142875" tIns="95250" rIns="142875" bIns="95250"/>
                    <a:lstStyle/>
                    <a:p>
                      <a:r>
                        <a:rPr sz="1650" b="0">
                          <a:solidFill>
                            <a:srgbClr val="17233D"/>
                          </a:solidFill>
                          <a:latin typeface="Nimbus Sans"/>
                          <a:ea typeface="Nimbus Sans"/>
                          <a:cs typeface="Nimbus Sans"/>
                        </a:rPr>
                        <a:t>Approved colours and system font stack</a:t>
                      </a:r>
                    </a:p>
                  </a:txBody>
                  <a:tcPr marL="91440" marR="91440" marT="45720" marB="45720" anchor="ctr">
                    <a:solidFill>
                      <a:srgbClr val="FFFFFF"/>
                    </a:solidFill>
                  </a:tcPr>
                </a:tc>
              </a:tr>
              <a:tr h="469900">
                <a:tc>
                  <a:txBody>
                    <a:bodyPr lIns="142875" tIns="95250" rIns="142875" bIns="95250"/>
                    <a:lstStyle/>
                    <a:p>
                      <a:r>
                        <a:rPr sz="1650" b="0">
                          <a:solidFill>
                            <a:srgbClr val="17233D"/>
                          </a:solidFill>
                          <a:latin typeface="Nimbus Sans"/>
                          <a:ea typeface="Nimbus Sans"/>
                          <a:cs typeface="Nimbus Sans"/>
                        </a:rPr>
                        <a:t>Horizontal SVG</a:t>
                      </a:r>
                    </a:p>
                  </a:txBody>
                  <a:tcPr marL="91440" marR="91440" marT="45720" marB="45720" anchor="ctr">
                    <a:solidFill>
                      <a:srgbClr val="FFFFFF"/>
                    </a:solidFill>
                  </a:tcPr>
                </a:tc>
                <a:tc>
                  <a:txBody>
                    <a:bodyPr lIns="142875" tIns="95250" rIns="142875" bIns="95250"/>
                    <a:lstStyle/>
                    <a:p>
                      <a:r>
                        <a:rPr sz="1650" b="0">
                          <a:solidFill>
                            <a:srgbClr val="17233D"/>
                          </a:solidFill>
                          <a:latin typeface="Nimbus Sans"/>
                          <a:ea typeface="Nimbus Sans"/>
                          <a:cs typeface="Nimbus Sans"/>
                        </a:rPr>
                        <a:t>Header, reports and desktop identity</a:t>
                      </a:r>
                    </a:p>
                  </a:txBody>
                  <a:tcPr marL="91440" marR="91440" marT="45720" marB="45720" anchor="ctr">
                    <a:solidFill>
                      <a:srgbClr val="FFFFFF"/>
                    </a:solidFill>
                  </a:tcPr>
                </a:tc>
              </a:tr>
              <a:tr h="469900">
                <a:tc>
                  <a:txBody>
                    <a:bodyPr lIns="142875" tIns="95250" rIns="142875" bIns="95250"/>
                    <a:lstStyle/>
                    <a:p>
                      <a:r>
                        <a:rPr sz="1650" b="0">
                          <a:solidFill>
                            <a:srgbClr val="17233D"/>
                          </a:solidFill>
                          <a:latin typeface="Nimbus Sans"/>
                          <a:ea typeface="Nimbus Sans"/>
                          <a:cs typeface="Nimbus Sans"/>
                        </a:rPr>
                        <a:t>Symbol SVG and favicon</a:t>
                      </a:r>
                    </a:p>
                  </a:txBody>
                  <a:tcPr marL="91440" marR="91440" marT="45720" marB="45720" anchor="ctr">
                    <a:solidFill>
                      <a:srgbClr val="FFFFFF"/>
                    </a:solidFill>
                  </a:tcPr>
                </a:tc>
                <a:tc>
                  <a:txBody>
                    <a:bodyPr lIns="142875" tIns="95250" rIns="142875" bIns="95250"/>
                    <a:lstStyle/>
                    <a:p>
                      <a:r>
                        <a:rPr sz="1650" b="0">
                          <a:solidFill>
                            <a:srgbClr val="17233D"/>
                          </a:solidFill>
                          <a:latin typeface="Nimbus Sans"/>
                          <a:ea typeface="Nimbus Sans"/>
                          <a:cs typeface="Nimbus Sans"/>
                        </a:rPr>
                        <a:t>Compact navigation and browser tab</a:t>
                      </a:r>
                    </a:p>
                  </a:txBody>
                  <a:tcPr marL="91440" marR="91440" marT="45720" marB="45720" anchor="ctr">
                    <a:solidFill>
                      <a:srgbClr val="FFFFFF"/>
                    </a:solidFill>
                  </a:tcPr>
                </a:tc>
              </a:tr>
              <a:tr h="469900">
                <a:tc>
                  <a:txBody>
                    <a:bodyPr lIns="142875" tIns="95250" rIns="142875" bIns="95250"/>
                    <a:lstStyle/>
                    <a:p>
                      <a:r>
                        <a:rPr sz="1650" b="0">
                          <a:solidFill>
                            <a:srgbClr val="17233D"/>
                          </a:solidFill>
                          <a:latin typeface="Nimbus Sans"/>
                          <a:ea typeface="Nimbus Sans"/>
                          <a:cs typeface="Nimbus Sans"/>
                        </a:rPr>
                        <a:t>PNG transparent exports</a:t>
                      </a:r>
                    </a:p>
                  </a:txBody>
                  <a:tcPr marL="91440" marR="91440" marT="45720" marB="45720" anchor="ctr">
                    <a:solidFill>
                      <a:srgbClr val="FFFFFF"/>
                    </a:solidFill>
                  </a:tcPr>
                </a:tc>
                <a:tc>
                  <a:txBody>
                    <a:bodyPr lIns="142875" tIns="95250" rIns="142875" bIns="95250"/>
                    <a:lstStyle/>
                    <a:p>
                      <a:r>
                        <a:rPr sz="1650" b="0">
                          <a:solidFill>
                            <a:srgbClr val="17233D"/>
                          </a:solidFill>
                          <a:latin typeface="Nimbus Sans"/>
                          <a:ea typeface="Nimbus Sans"/>
                          <a:cs typeface="Nimbus Sans"/>
                        </a:rPr>
                        <a:t>Office files and raster workflows</a:t>
                      </a:r>
                    </a:p>
                  </a:txBody>
                  <a:tcPr marL="91440" marR="91440" marT="45720" marB="45720" anchor="ctr">
                    <a:solidFill>
                      <a:srgbClr val="FFFFFF"/>
                    </a:solidFill>
                  </a:tcPr>
                </a:tc>
              </a:tr>
              <a:tr h="469900">
                <a:tc>
                  <a:txBody>
                    <a:bodyPr lIns="142875" tIns="95250" rIns="142875" bIns="95250"/>
                    <a:lstStyle/>
                    <a:p>
                      <a:r>
                        <a:rPr sz="1650" b="0">
                          <a:solidFill>
                            <a:srgbClr val="17233D"/>
                          </a:solidFill>
                          <a:latin typeface="Nimbus Sans"/>
                          <a:ea typeface="Nimbus Sans"/>
                          <a:cs typeface="Nimbus Sans"/>
                        </a:rPr>
                        <a:t>White reverse SVG</a:t>
                      </a:r>
                    </a:p>
                  </a:txBody>
                  <a:tcPr marL="91440" marR="91440" marT="45720" marB="45720" anchor="ctr">
                    <a:solidFill>
                      <a:srgbClr val="FFFFFF"/>
                    </a:solidFill>
                  </a:tcPr>
                </a:tc>
                <a:tc>
                  <a:txBody>
                    <a:bodyPr lIns="142875" tIns="95250" rIns="142875" bIns="95250"/>
                    <a:lstStyle/>
                    <a:p>
                      <a:r>
                        <a:rPr sz="1650" b="0">
                          <a:solidFill>
                            <a:srgbClr val="17233D"/>
                          </a:solidFill>
                          <a:latin typeface="Nimbus Sans"/>
                          <a:ea typeface="Nimbus Sans"/>
                          <a:cs typeface="Nimbus Sans"/>
                        </a:rPr>
                        <a:t>Identity on a navy field</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574F5D7-22C5-4C25-B529-2509221777C9}"/>
              </a:ext>
            </a:extLst>
          </p:cNvPr>
          <p:cNvSpPr>
            <a:spLocks xmlns:a="http://schemas.openxmlformats.org/drawingml/2006/main" noGrp="1"/>
          </p:cNvSpPr>
          <p:nvPr/>
        </p:nvSpPr>
        <p:spPr>
          <a:xfrm xmlns:a="http://schemas.openxmlformats.org/drawingml/2006/main">
            <a:off x="685800" y="5619750"/>
            <a:ext cx="3667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43B75"/>
                </a:solidFill>
                <a:latin typeface="Nimbus Sans"/>
                <a:ea typeface="Nimbus Sans"/>
                <a:cs typeface="Nimbus Sans"/>
              </a:defRPr>
            </a:defPPr>
          </a:lstStyle>
          <a:p xmlns:a="http://schemas.openxmlformats.org/drawingml/2006/main">
            <a:pPr algn="l">
              <a:defRPr sz="2025" b="1">
                <a:solidFill>
                  <a:srgbClr val="243B75"/>
                </a:solidFill>
                <a:latin typeface="Nimbus Sans"/>
                <a:ea typeface="Nimbus Sans"/>
                <a:cs typeface="Nimbus Sans"/>
              </a:defRPr>
            </a:pPr>
            <a:r>
              <a:rPr sz="2025" b="1">
                <a:solidFill>
                  <a:srgbClr val="243B75"/>
                </a:solidFill>
                <a:latin typeface="Nimbus Sans"/>
                <a:ea typeface="Nimbus Sans"/>
                <a:cs typeface="Nimbus Sans"/>
              </a:rPr>
              <a:t>8 px spacing rhythm</a:t>
            </a:r>
          </a:p>
        </p:txBody>
      </p:sp>
      <p:sp>
        <p:nvSpPr>
          <p:cNvPr id="6" name="">
            <a:extLst xmlns:a="http://schemas.openxmlformats.org/drawingml/2006/main">
              <a:ext uri="{FF2B5EF4-FFF2-40B4-BE49-F238E27FC236}">
                <a16:creationId xmlns:a16="http://schemas.microsoft.com/office/drawing/2014/main" id="{684EC308-4E72-4AB7-9BA2-38AB74186BB2}"/>
              </a:ext>
            </a:extLst>
          </p:cNvPr>
          <p:cNvSpPr>
            <a:spLocks xmlns:a="http://schemas.openxmlformats.org/drawingml/2006/main" noGrp="1"/>
          </p:cNvSpPr>
          <p:nvPr/>
        </p:nvSpPr>
        <p:spPr>
          <a:xfrm xmlns:a="http://schemas.openxmlformats.org/drawingml/2006/main">
            <a:off x="4619625" y="5619750"/>
            <a:ext cx="647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43B75"/>
                </a:solidFill>
                <a:latin typeface="Nimbus Sans"/>
                <a:ea typeface="Nimbus Sans"/>
                <a:cs typeface="Nimbus Sans"/>
              </a:defRPr>
            </a:defPPr>
          </a:lstStyle>
          <a:p xmlns:a="http://schemas.openxmlformats.org/drawingml/2006/main">
            <a:pPr algn="l">
              <a:defRPr sz="2025" b="1">
                <a:solidFill>
                  <a:srgbClr val="243B75"/>
                </a:solidFill>
                <a:latin typeface="Nimbus Sans"/>
                <a:ea typeface="Nimbus Sans"/>
                <a:cs typeface="Nimbus Sans"/>
              </a:defRPr>
            </a:pPr>
            <a:r>
              <a:rPr sz="2025" b="1">
                <a:solidFill>
                  <a:srgbClr val="243B75"/>
                </a:solidFill>
                <a:latin typeface="Nimbus Sans"/>
                <a:ea typeface="Nimbus Sans"/>
                <a:cs typeface="Nimbus Sans"/>
              </a:rPr>
              <a:t>Generous content margins</a:t>
            </a:r>
          </a:p>
        </p:txBody>
      </p:sp>
      <p:sp>
        <p:nvSpPr>
          <p:cNvPr id="7" name="">
            <a:extLst xmlns:a="http://schemas.openxmlformats.org/drawingml/2006/main">
              <a:ext uri="{FF2B5EF4-FFF2-40B4-BE49-F238E27FC236}">
                <a16:creationId xmlns:a16="http://schemas.microsoft.com/office/drawing/2014/main" id="{CE163A8E-DC3B-4E21-A942-E099FF713C32}"/>
              </a:ext>
            </a:extLst>
          </p:cNvPr>
          <p:cNvSpPr>
            <a:spLocks xmlns:a="http://schemas.openxmlformats.org/drawingml/2006/main" noGrp="1"/>
          </p:cNvSpPr>
          <p:nvPr/>
        </p:nvSpPr>
        <p:spPr>
          <a:xfrm xmlns:a="http://schemas.openxmlformats.org/drawingml/2006/main">
            <a:off x="685800" y="6172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67085"/>
                </a:solidFill>
                <a:latin typeface="Nimbus Sans"/>
                <a:ea typeface="Nimbus Sans"/>
                <a:cs typeface="Nimbus Sans"/>
              </a:defRPr>
            </a:defPPr>
          </a:lstStyle>
          <a:p xmlns:a="http://schemas.openxmlformats.org/drawingml/2006/main">
            <a:pPr algn="l">
              <a:defRPr sz="1650" b="0">
                <a:solidFill>
                  <a:srgbClr val="667085"/>
                </a:solidFill>
                <a:latin typeface="Nimbus Sans"/>
                <a:ea typeface="Nimbus Sans"/>
                <a:cs typeface="Nimbus Sans"/>
              </a:defRPr>
            </a:pPr>
            <a:r>
              <a:rPr sz="1650" b="0">
                <a:solidFill>
                  <a:srgbClr val="667085"/>
                </a:solidFill>
                <a:latin typeface="Nimbus Sans"/>
                <a:ea typeface="Nimbus Sans"/>
                <a:cs typeface="Nimbus Sans"/>
              </a:rPr>
              <a:t>Lintara is an independent brand. Station context does not imply operator endorsement.</a:t>
            </a:r>
          </a:p>
        </p:txBody>
      </p:sp>
    </p:spTree>
    <p:extLst>
      <p:ext uri="{BB962C8B-B14F-4D97-AF65-F5344CB8AC3E}">
        <p14:creationId xmlns:p14="http://schemas.microsoft.com/office/powerpoint/2010/main" val="535920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Lintara</dc:creator>
  <lastModifiedBy>Lintara</lastModifiedBy>
  <dc:title>Lintara Brand Guidelines</dc:title>
  <dcterms:created xsi:type="dcterms:W3CDTF">2026-10-12T12:29:38.1930000Z</dcterms:created>
  <dcterms:modified xsi:type="dcterms:W3CDTF">2026-10-12T12:29:38.1930000Z</dcterms:modified>
  <dc:subject>Station Intelligence identity system</dc:subject>
</coreProperties>
</file>